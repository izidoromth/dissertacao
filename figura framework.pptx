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5"/>
  </p:notesMasterIdLst>
  <p:sldIdLst>
    <p:sldId id="256" r:id="rId4"/>
  </p:sldIdLst>
  <p:sldSz cx="12192000" cy="6858000"/>
  <p:notesSz cx="6858000" cy="9144000"/>
  <p:defaultTextStyle>
    <a:defPPr>
      <a:defRPr lang="pt-BR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009520" name="Espaço reservado para cabeçalho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04314076" name="Marcador de Posição da Data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pt-BR"/>
              <a:t>10/30/2013</a:t>
            </a:fld>
            <a:endParaRPr lang="pt-BR"/>
          </a:p>
        </p:txBody>
      </p:sp>
      <p:sp>
        <p:nvSpPr>
          <p:cNvPr id="590837250" name="Espaço reservado para imagem de slide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1812531680" name="Espaço reservado para notas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2025880354" name="Marcador de Posição do Rodapé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73875931" name="Marcador de Posição do Número do Diapositivo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pt-BR"/>
              <a:t>‹#›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096713" name="Espaço reservado para imagem de slide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739104" name="Espaço reservado para notas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pt-BR">
              <a:latin typeface="Arial"/>
              <a:cs typeface="Arial"/>
            </a:endParaRPr>
          </a:p>
        </p:txBody>
      </p:sp>
      <p:sp>
        <p:nvSpPr>
          <p:cNvPr id="377680319" name="Marcador de Posição do Número do Diapositivo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pt-BR"/>
              <a:t>1</a:t>
            </a:fld>
            <a:endParaRPr lang="pt-BR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iapositivo de títu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0519112" name="Título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1822919408" name="Subtítulo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pt-BR"/>
              <a:t>Faça clique para editar o estilo</a:t>
            </a:r>
            <a:endParaRPr lang="pt-BR"/>
          </a:p>
        </p:txBody>
      </p:sp>
      <p:sp>
        <p:nvSpPr>
          <p:cNvPr id="1797585835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291616676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648706307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ítulo e objec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853099" name="Títu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1124813996" name="Marcador de Posição de Conteúd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1764867244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303189281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182006061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Cabeçalho da Secçã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977247" name="Título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856668601" name="Marcador de Posição do Texto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pt-BR"/>
              <a:t>Clique para editar os estilos</a:t>
            </a:r>
            <a:endParaRPr/>
          </a:p>
        </p:txBody>
      </p:sp>
      <p:sp>
        <p:nvSpPr>
          <p:cNvPr id="1012395411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1164016949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1532465033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Conteúdo Dup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93702" name="Títu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857412897" name="Marcador de Posição de Conteúdo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525316886" name="Marcador de Posição de Conteúdo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2100778114" name="Marcador de Posição da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828412136" name="Marcador de Posição do Rodapé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2118380192" name="Marcador de Posição do Número do Diapositivo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açã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104570" name="Título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1490323832" name="Marcador de Posição do Texto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pt-BR"/>
              <a:t>Clique para editar os estilos</a:t>
            </a:r>
            <a:endParaRPr/>
          </a:p>
        </p:txBody>
      </p:sp>
      <p:sp>
        <p:nvSpPr>
          <p:cNvPr id="736560082" name="Marcador de Posição de Conteúdo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83604358" name="Marcador de Posição do Texto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pt-BR"/>
              <a:t>Clique para editar os estilos</a:t>
            </a:r>
            <a:endParaRPr/>
          </a:p>
        </p:txBody>
      </p:sp>
      <p:sp>
        <p:nvSpPr>
          <p:cNvPr id="1789840274" name="Marcador de Posição de Conteúdo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951161325" name="Marcador de Posição da Data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666944551" name="Marcador de Posição do Rodapé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1200848627" name="Marcador de Posição do Número do Diapositivo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Só títu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063490" name="Títu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498119940" name="Marcador de Posição da Data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1675803360" name="Marcador de Posição do Rodapé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144023836" name="Marcador de Posição do Número do Diapositivo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Em branc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662534" name="Marcador de Posição da Data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1800393555" name="Marcador de Posição do Rodapé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1704475675" name="Marcador de Posição do Número do Diapositivo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údo com Legend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602134" name="Títu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pt-BR"/>
              <a:t>Clique para editar os estilos</a:t>
            </a:r>
            <a:endParaRPr lang="pt-BR"/>
          </a:p>
        </p:txBody>
      </p:sp>
      <p:sp>
        <p:nvSpPr>
          <p:cNvPr id="1895716090" name="Marcador de Posição de Conteúdo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102772965" name="Marcador de Posição do Tex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pt-BR"/>
              <a:t>Clique para editar os estilos</a:t>
            </a:r>
            <a:endParaRPr/>
          </a:p>
        </p:txBody>
      </p:sp>
      <p:sp>
        <p:nvSpPr>
          <p:cNvPr id="427929125" name="Marcador de Posição da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213539881" name="Marcador de Posição do Rodapé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500481731" name="Marcador de Posição do Número do Diapositivo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Imagem com Legend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9153094" name="Títu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1020937146" name="Marcador de Posição da Imagem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pt-BR"/>
              <a:t>Clique no ícone para adicionar imagem</a:t>
            </a:r>
            <a:endParaRPr lang="pt-BR"/>
          </a:p>
        </p:txBody>
      </p:sp>
      <p:sp>
        <p:nvSpPr>
          <p:cNvPr id="1573128807" name="Marcador de Posição do Tex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pt-BR"/>
              <a:t>Clique para editar os estilos</a:t>
            </a:r>
            <a:endParaRPr/>
          </a:p>
        </p:txBody>
      </p:sp>
      <p:sp>
        <p:nvSpPr>
          <p:cNvPr id="1382210186" name="Marcador de Posição da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1197256568" name="Marcador de Posição do Rodapé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156419103" name="Marcador de Posição do Número do Diapositivo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ítulo e texto vertic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9346673" name="Títu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342524377" name="Marcador de Posição de Texto Vertical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119971175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870657117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546553272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Título vertical e tex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6534731" name="Título Vertical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1615291756" name="Marcador de Posição de Texto Vertical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1362943464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380166418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BR"/>
          </a:p>
        </p:txBody>
      </p:sp>
      <p:sp>
        <p:nvSpPr>
          <p:cNvPr id="1906027120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083892" name="Marcador de Posição do Título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1984656352" name="Marcador de Posição do Texto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903109428" name="Marcador de Posição da Data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1199997041" name="Marcador de Posição do Rodapé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2119710255" name="Marcador de Posição do Número do Diapositivo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7739875" name=""/>
          <p:cNvSpPr/>
          <p:nvPr/>
        </p:nvSpPr>
        <p:spPr bwMode="auto">
          <a:xfrm rot="0" flipH="0" flipV="0">
            <a:off x="3715116" y="552356"/>
            <a:ext cx="594831" cy="371568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>
              <a:lumMod val="50000"/>
              <a:lumOff val="50000"/>
            </a:schemeClr>
          </a:solidFill>
          <a:ln w="12700" cap="flat" cmpd="sng" algn="ctr">
            <a:solidFill>
              <a:schemeClr val="tx1">
                <a:lumMod val="50196"/>
                <a:lumOff val="49804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8923762" name=""/>
          <p:cNvSpPr/>
          <p:nvPr/>
        </p:nvSpPr>
        <p:spPr bwMode="auto">
          <a:xfrm rot="0" flipH="0" flipV="0">
            <a:off x="7839889" y="552356"/>
            <a:ext cx="594831" cy="37156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00000"/>
          </a:solidFill>
          <a:ln w="12700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54938251" name=""/>
          <p:cNvSpPr/>
          <p:nvPr/>
        </p:nvSpPr>
        <p:spPr bwMode="auto">
          <a:xfrm rot="0" flipH="0" flipV="0">
            <a:off x="93192" y="87815"/>
            <a:ext cx="3543829" cy="5931984"/>
          </a:xfrm>
          <a:prstGeom prst="rect">
            <a:avLst/>
          </a:prstGeom>
          <a:noFill/>
          <a:ln w="38100" cap="flat" cmpd="sng" algn="ctr">
            <a:solidFill>
              <a:srgbClr val="B5B5B5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68023821" name=""/>
          <p:cNvSpPr/>
          <p:nvPr/>
        </p:nvSpPr>
        <p:spPr bwMode="auto">
          <a:xfrm rot="0" flipH="0" flipV="0">
            <a:off x="93192" y="89572"/>
            <a:ext cx="3543829" cy="882695"/>
          </a:xfrm>
          <a:prstGeom prst="rect">
            <a:avLst/>
          </a:prstGeom>
          <a:solidFill>
            <a:srgbClr val="B5B5B5"/>
          </a:solidFill>
          <a:ln w="38100" cap="flat" cmpd="sng" algn="ctr">
            <a:solidFill>
              <a:srgbClr val="B5B5B5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b="1">
                <a:solidFill>
                  <a:schemeClr val="tx1"/>
                </a:solidFill>
              </a:rPr>
              <a:t>Acessibilidade Típica</a:t>
            </a:r>
            <a:endParaRPr b="1">
              <a:solidFill>
                <a:schemeClr val="tx1"/>
              </a:solidFill>
            </a:endParaRPr>
          </a:p>
        </p:txBody>
      </p:sp>
      <p:grpSp>
        <p:nvGrpSpPr>
          <p:cNvPr id="1972304360" name=""/>
          <p:cNvGrpSpPr/>
          <p:nvPr/>
        </p:nvGrpSpPr>
        <p:grpSpPr bwMode="auto">
          <a:xfrm rot="0" flipH="0" flipV="0">
            <a:off x="443137" y="1519827"/>
            <a:ext cx="2888855" cy="2164794"/>
            <a:chOff x="0" y="0"/>
            <a:chExt cx="2888855" cy="2164794"/>
          </a:xfrm>
        </p:grpSpPr>
        <p:sp>
          <p:nvSpPr>
            <p:cNvPr id="2002015795" name=""/>
            <p:cNvSpPr/>
            <p:nvPr/>
          </p:nvSpPr>
          <p:spPr bwMode="auto">
            <a:xfrm rot="0" flipH="0" flipV="0">
              <a:off x="349664" y="299581"/>
              <a:ext cx="91626" cy="95408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56575511" name=""/>
            <p:cNvSpPr/>
            <p:nvPr/>
          </p:nvSpPr>
          <p:spPr bwMode="auto">
            <a:xfrm rot="0" flipH="0" flipV="0">
              <a:off x="303851" y="1540167"/>
              <a:ext cx="91625" cy="95407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24418032" name=""/>
            <p:cNvSpPr/>
            <p:nvPr/>
          </p:nvSpPr>
          <p:spPr bwMode="auto">
            <a:xfrm rot="0" flipH="0" flipV="0">
              <a:off x="1682368" y="0"/>
              <a:ext cx="91625" cy="95407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9893267" name=""/>
            <p:cNvSpPr/>
            <p:nvPr/>
          </p:nvSpPr>
          <p:spPr bwMode="auto">
            <a:xfrm rot="0" flipH="0" flipV="0">
              <a:off x="2538704" y="669904"/>
              <a:ext cx="91625" cy="95407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81783585" name=""/>
            <p:cNvSpPr/>
            <p:nvPr/>
          </p:nvSpPr>
          <p:spPr bwMode="auto">
            <a:xfrm rot="0" flipH="0" flipV="0">
              <a:off x="588943" y="2069387"/>
              <a:ext cx="91625" cy="95407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33722380" name=""/>
            <p:cNvSpPr/>
            <p:nvPr/>
          </p:nvSpPr>
          <p:spPr bwMode="auto">
            <a:xfrm rot="0" flipH="0" flipV="0">
              <a:off x="1295823" y="1935964"/>
              <a:ext cx="91625" cy="95407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1479926" name=""/>
            <p:cNvSpPr/>
            <p:nvPr/>
          </p:nvSpPr>
          <p:spPr bwMode="auto">
            <a:xfrm rot="0" flipH="0" flipV="0">
              <a:off x="2126856" y="1843122"/>
              <a:ext cx="91625" cy="95407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cxnSp>
          <p:nvCxnSpPr>
            <p:cNvPr id="1407921345" name=""/>
            <p:cNvCxnSpPr>
              <a:stCxn id="1981783585" idx="6"/>
            </p:cNvCxnSpPr>
            <p:nvPr/>
          </p:nvCxnSpPr>
          <p:spPr bwMode="auto">
            <a:xfrm rot="0" flipH="0" flipV="1">
              <a:off x="680568" y="1985296"/>
              <a:ext cx="656021" cy="131794"/>
            </a:xfrm>
            <a:prstGeom prst="line">
              <a:avLst/>
            </a:prstGeom>
            <a:ln w="28575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3110291" name=""/>
            <p:cNvCxnSpPr/>
            <p:nvPr/>
          </p:nvCxnSpPr>
          <p:spPr bwMode="auto">
            <a:xfrm rot="5400000" flipH="1" flipV="0">
              <a:off x="228435" y="1709483"/>
              <a:ext cx="527550" cy="285994"/>
            </a:xfrm>
            <a:prstGeom prst="line">
              <a:avLst/>
            </a:prstGeom>
            <a:ln w="28575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3752253" name=""/>
            <p:cNvSpPr/>
            <p:nvPr/>
          </p:nvSpPr>
          <p:spPr bwMode="auto">
            <a:xfrm rot="0" flipH="0" flipV="0">
              <a:off x="1424954" y="802452"/>
              <a:ext cx="91625" cy="95407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cxnSp>
          <p:nvCxnSpPr>
            <p:cNvPr id="355055108" name=""/>
            <p:cNvCxnSpPr/>
            <p:nvPr/>
          </p:nvCxnSpPr>
          <p:spPr bwMode="auto">
            <a:xfrm rot="5400000" flipH="1" flipV="1">
              <a:off x="1714120" y="1523669"/>
              <a:ext cx="86064" cy="833659"/>
            </a:xfrm>
            <a:prstGeom prst="line">
              <a:avLst/>
            </a:prstGeom>
            <a:ln w="28575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88996450" name=""/>
            <p:cNvSpPr/>
            <p:nvPr/>
          </p:nvSpPr>
          <p:spPr bwMode="auto">
            <a:xfrm rot="0" flipH="0" flipV="0">
              <a:off x="986456" y="1444760"/>
              <a:ext cx="91625" cy="95406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99565337" name=""/>
            <p:cNvSpPr/>
            <p:nvPr/>
          </p:nvSpPr>
          <p:spPr bwMode="auto">
            <a:xfrm rot="0" flipH="0" flipV="0">
              <a:off x="2584517" y="1345896"/>
              <a:ext cx="91625" cy="95406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15743158" name=""/>
            <p:cNvSpPr/>
            <p:nvPr/>
          </p:nvSpPr>
          <p:spPr bwMode="auto">
            <a:xfrm rot="0" flipH="0" flipV="0">
              <a:off x="1991153" y="415708"/>
              <a:ext cx="91625" cy="95406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72883506" name=""/>
            <p:cNvSpPr/>
            <p:nvPr/>
          </p:nvSpPr>
          <p:spPr bwMode="auto">
            <a:xfrm rot="0" flipH="0" flipV="0">
              <a:off x="682430" y="897861"/>
              <a:ext cx="91625" cy="95406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07747498" name=""/>
            <p:cNvSpPr/>
            <p:nvPr/>
          </p:nvSpPr>
          <p:spPr bwMode="auto">
            <a:xfrm rot="0" flipH="0" flipV="0">
              <a:off x="1823417" y="1298192"/>
              <a:ext cx="91625" cy="95406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cxnSp>
          <p:nvCxnSpPr>
            <p:cNvPr id="13043761" name=""/>
            <p:cNvCxnSpPr/>
            <p:nvPr/>
          </p:nvCxnSpPr>
          <p:spPr bwMode="auto">
            <a:xfrm rot="5400000" flipH="0" flipV="0">
              <a:off x="1051952" y="525424"/>
              <a:ext cx="95106" cy="744870"/>
            </a:xfrm>
            <a:prstGeom prst="line">
              <a:avLst/>
            </a:prstGeom>
            <a:ln w="28575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9852972" name=""/>
            <p:cNvCxnSpPr/>
            <p:nvPr/>
          </p:nvCxnSpPr>
          <p:spPr bwMode="auto">
            <a:xfrm rot="5400000" flipH="0" flipV="0">
              <a:off x="1374903" y="996891"/>
              <a:ext cx="146105" cy="844574"/>
            </a:xfrm>
            <a:prstGeom prst="line">
              <a:avLst/>
            </a:prstGeom>
            <a:ln w="28575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8409044" name=""/>
            <p:cNvCxnSpPr/>
            <p:nvPr/>
          </p:nvCxnSpPr>
          <p:spPr bwMode="auto">
            <a:xfrm rot="5400000" flipH="1" flipV="0">
              <a:off x="1437325" y="883704"/>
              <a:ext cx="494175" cy="428641"/>
            </a:xfrm>
            <a:prstGeom prst="line">
              <a:avLst/>
            </a:prstGeom>
            <a:ln w="28575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1814376" name=""/>
            <p:cNvCxnSpPr>
              <a:endCxn id="1888996450" idx="7"/>
            </p:cNvCxnSpPr>
            <p:nvPr/>
          </p:nvCxnSpPr>
          <p:spPr bwMode="auto">
            <a:xfrm rot="5400000" flipH="0" flipV="0">
              <a:off x="970531" y="944030"/>
              <a:ext cx="608833" cy="420569"/>
            </a:xfrm>
            <a:prstGeom prst="line">
              <a:avLst/>
            </a:prstGeom>
            <a:ln w="28575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3904148" name=""/>
            <p:cNvCxnSpPr/>
            <p:nvPr/>
          </p:nvCxnSpPr>
          <p:spPr bwMode="auto">
            <a:xfrm rot="5400000" flipH="0" flipV="0">
              <a:off x="1550307" y="360738"/>
              <a:ext cx="384308" cy="590871"/>
            </a:xfrm>
            <a:prstGeom prst="line">
              <a:avLst/>
            </a:prstGeom>
            <a:ln w="28575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5498859" name=""/>
            <p:cNvCxnSpPr/>
            <p:nvPr/>
          </p:nvCxnSpPr>
          <p:spPr bwMode="auto">
            <a:xfrm rot="5400000" flipH="1" flipV="0">
              <a:off x="1024790" y="382035"/>
              <a:ext cx="542064" cy="390022"/>
            </a:xfrm>
            <a:prstGeom prst="line">
              <a:avLst/>
            </a:prstGeom>
            <a:ln w="28575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4410881" name=""/>
            <p:cNvSpPr/>
            <p:nvPr/>
          </p:nvSpPr>
          <p:spPr bwMode="auto">
            <a:xfrm rot="0" flipH="0" flipV="0">
              <a:off x="1053693" y="251877"/>
              <a:ext cx="91625" cy="95407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cxnSp>
          <p:nvCxnSpPr>
            <p:cNvPr id="108098149" name=""/>
            <p:cNvCxnSpPr/>
            <p:nvPr/>
          </p:nvCxnSpPr>
          <p:spPr bwMode="auto">
            <a:xfrm rot="5400000" flipH="0" flipV="0">
              <a:off x="726493" y="-26906"/>
              <a:ext cx="41995" cy="706253"/>
            </a:xfrm>
            <a:prstGeom prst="line">
              <a:avLst/>
            </a:prstGeom>
            <a:ln w="28575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596453" name=""/>
            <p:cNvCxnSpPr/>
            <p:nvPr/>
          </p:nvCxnSpPr>
          <p:spPr bwMode="auto">
            <a:xfrm rot="5400000" flipH="0" flipV="0">
              <a:off x="1288300" y="-141687"/>
              <a:ext cx="251083" cy="630662"/>
            </a:xfrm>
            <a:prstGeom prst="line">
              <a:avLst/>
            </a:prstGeom>
            <a:ln w="28575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2891425" name=""/>
            <p:cNvCxnSpPr/>
            <p:nvPr/>
          </p:nvCxnSpPr>
          <p:spPr bwMode="auto">
            <a:xfrm rot="5400000" flipH="1" flipV="0">
              <a:off x="1675374" y="100676"/>
              <a:ext cx="414398" cy="309760"/>
            </a:xfrm>
            <a:prstGeom prst="line">
              <a:avLst/>
            </a:prstGeom>
            <a:ln w="28575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9514356" name=""/>
            <p:cNvCxnSpPr/>
            <p:nvPr/>
          </p:nvCxnSpPr>
          <p:spPr bwMode="auto">
            <a:xfrm rot="5400000" flipH="1" flipV="0">
              <a:off x="2184044" y="315869"/>
              <a:ext cx="253394" cy="549282"/>
            </a:xfrm>
            <a:prstGeom prst="line">
              <a:avLst/>
            </a:prstGeom>
            <a:ln w="28575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1953268" name=""/>
            <p:cNvCxnSpPr/>
            <p:nvPr/>
          </p:nvCxnSpPr>
          <p:spPr bwMode="auto">
            <a:xfrm rot="5400000" flipH="0" flipV="0">
              <a:off x="1920392" y="679670"/>
              <a:ext cx="626305" cy="704163"/>
            </a:xfrm>
            <a:prstGeom prst="line">
              <a:avLst/>
            </a:prstGeom>
            <a:ln w="28575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1748992" name=""/>
            <p:cNvCxnSpPr/>
            <p:nvPr/>
          </p:nvCxnSpPr>
          <p:spPr bwMode="auto">
            <a:xfrm rot="5400000" flipH="0" flipV="1">
              <a:off x="2270494" y="1032625"/>
              <a:ext cx="673860" cy="45956"/>
            </a:xfrm>
            <a:prstGeom prst="line">
              <a:avLst/>
            </a:prstGeom>
            <a:ln w="28575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797464" name=""/>
            <p:cNvCxnSpPr/>
            <p:nvPr/>
          </p:nvCxnSpPr>
          <p:spPr bwMode="auto">
            <a:xfrm rot="5400000" flipH="1" flipV="0">
              <a:off x="251831" y="491384"/>
              <a:ext cx="623598" cy="337372"/>
            </a:xfrm>
            <a:prstGeom prst="line">
              <a:avLst/>
            </a:prstGeom>
            <a:ln w="28575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147453" name=""/>
            <p:cNvCxnSpPr/>
            <p:nvPr/>
          </p:nvCxnSpPr>
          <p:spPr bwMode="auto">
            <a:xfrm rot="5400000" flipH="0" flipV="0">
              <a:off x="218813" y="1076830"/>
              <a:ext cx="640281" cy="379775"/>
            </a:xfrm>
            <a:prstGeom prst="line">
              <a:avLst/>
            </a:prstGeom>
            <a:ln w="28575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168732" name=""/>
            <p:cNvCxnSpPr/>
            <p:nvPr/>
          </p:nvCxnSpPr>
          <p:spPr bwMode="auto">
            <a:xfrm rot="5400000" flipH="0" flipV="0">
              <a:off x="654125" y="1187040"/>
              <a:ext cx="95106" cy="706253"/>
            </a:xfrm>
            <a:prstGeom prst="line">
              <a:avLst/>
            </a:prstGeom>
            <a:ln w="28575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8501876" name=""/>
            <p:cNvCxnSpPr>
              <a:stCxn id="1733722380" idx="0"/>
            </p:cNvCxnSpPr>
            <p:nvPr/>
          </p:nvCxnSpPr>
          <p:spPr bwMode="auto">
            <a:xfrm rot="16199998" flipH="0" flipV="1">
              <a:off x="962668" y="1556997"/>
              <a:ext cx="442801" cy="315131"/>
            </a:xfrm>
            <a:prstGeom prst="line">
              <a:avLst/>
            </a:prstGeom>
            <a:ln w="28575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5144446" name=""/>
            <p:cNvCxnSpPr/>
            <p:nvPr/>
          </p:nvCxnSpPr>
          <p:spPr bwMode="auto">
            <a:xfrm rot="5400000" flipH="1" flipV="1">
              <a:off x="2159614" y="1406696"/>
              <a:ext cx="483770" cy="459108"/>
            </a:xfrm>
            <a:prstGeom prst="line">
              <a:avLst/>
            </a:prstGeom>
            <a:ln w="28575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155466" name=""/>
            <p:cNvCxnSpPr/>
            <p:nvPr/>
          </p:nvCxnSpPr>
          <p:spPr bwMode="auto">
            <a:xfrm rot="5400000" flipH="1" flipV="0">
              <a:off x="1756015" y="1472854"/>
              <a:ext cx="543211" cy="291012"/>
            </a:xfrm>
            <a:prstGeom prst="line">
              <a:avLst/>
            </a:prstGeom>
            <a:ln w="28575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0596160" name=""/>
            <p:cNvSpPr/>
            <p:nvPr/>
          </p:nvSpPr>
          <p:spPr bwMode="auto">
            <a:xfrm rot="0" flipH="0" flipV="0">
              <a:off x="0" y="923694"/>
              <a:ext cx="91625" cy="95407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cxnSp>
          <p:nvCxnSpPr>
            <p:cNvPr id="166010804" name=""/>
            <p:cNvCxnSpPr>
              <a:stCxn id="1620596160" idx="3"/>
            </p:cNvCxnSpPr>
            <p:nvPr/>
          </p:nvCxnSpPr>
          <p:spPr bwMode="auto">
            <a:xfrm rot="5400000" flipH="1" flipV="1">
              <a:off x="-123653" y="485393"/>
              <a:ext cx="656807" cy="382663"/>
            </a:xfrm>
            <a:prstGeom prst="line">
              <a:avLst/>
            </a:prstGeom>
            <a:ln w="28575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919761" name=""/>
            <p:cNvCxnSpPr/>
            <p:nvPr/>
          </p:nvCxnSpPr>
          <p:spPr bwMode="auto">
            <a:xfrm rot="5400000" flipH="1" flipV="0">
              <a:off x="-113923" y="1122815"/>
              <a:ext cx="623325" cy="304812"/>
            </a:xfrm>
            <a:prstGeom prst="line">
              <a:avLst/>
            </a:prstGeom>
            <a:ln w="28575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56864625" name=""/>
            <p:cNvPicPr>
              <a:picLocks noChangeAspect="1"/>
            </p:cNvPicPr>
            <p:nvPr/>
          </p:nvPicPr>
          <p:blipFill rotWithShape="1">
            <a:blip r:embed="rId3"/>
            <a:stretch/>
          </p:blipFill>
          <p:spPr bwMode="auto">
            <a:xfrm flipH="0" flipV="0">
              <a:off x="852504" y="1175709"/>
              <a:ext cx="267902" cy="244964"/>
            </a:xfrm>
            <a:prstGeom prst="rect">
              <a:avLst/>
            </a:prstGeom>
          </p:spPr>
        </p:pic>
        <p:pic>
          <p:nvPicPr>
            <p:cNvPr id="187658182" name="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 flipH="0" flipV="0">
              <a:off x="2597898" y="1114646"/>
              <a:ext cx="290956" cy="266043"/>
            </a:xfrm>
            <a:prstGeom prst="rect">
              <a:avLst/>
            </a:prstGeom>
          </p:spPr>
        </p:pic>
        <p:pic>
          <p:nvPicPr>
            <p:cNvPr id="716845755" name="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 flipH="0" flipV="0">
              <a:off x="1901066" y="137865"/>
              <a:ext cx="290956" cy="266043"/>
            </a:xfrm>
            <a:prstGeom prst="rect">
              <a:avLst/>
            </a:prstGeom>
          </p:spPr>
        </p:pic>
        <p:pic>
          <p:nvPicPr>
            <p:cNvPr id="921785539" name="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 flipH="0" flipV="0">
              <a:off x="602013" y="631816"/>
              <a:ext cx="290956" cy="266043"/>
            </a:xfrm>
            <a:prstGeom prst="rect">
              <a:avLst/>
            </a:prstGeom>
          </p:spPr>
        </p:pic>
        <p:pic>
          <p:nvPicPr>
            <p:cNvPr id="712327008" name="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 flipH="0" flipV="0">
              <a:off x="1255566" y="1669386"/>
              <a:ext cx="290956" cy="266043"/>
            </a:xfrm>
            <a:prstGeom prst="rect">
              <a:avLst/>
            </a:prstGeom>
          </p:spPr>
        </p:pic>
      </p:grpSp>
      <p:sp>
        <p:nvSpPr>
          <p:cNvPr id="844462929" name=""/>
          <p:cNvSpPr txBox="1"/>
          <p:nvPr/>
        </p:nvSpPr>
        <p:spPr bwMode="auto">
          <a:xfrm rot="0" flipH="0" flipV="0">
            <a:off x="188442" y="4089077"/>
            <a:ext cx="3545629" cy="1337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61850" indent="-198000">
              <a:lnSpc>
                <a:spcPct val="100000"/>
              </a:lnSpc>
              <a:spcBef>
                <a:spcPts val="0"/>
              </a:spcBef>
              <a:spcAft>
                <a:spcPts val="708"/>
              </a:spcAft>
              <a:buFont typeface="Arial"/>
              <a:buChar char="•"/>
              <a:defRPr/>
            </a:pPr>
            <a:r>
              <a:rPr lang="pt-BR" sz="16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Cenário de referência</a:t>
            </a:r>
            <a:endParaRPr lang="pt-BR" sz="1600" b="1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marL="261850" indent="-198000">
              <a:lnSpc>
                <a:spcPct val="100000"/>
              </a:lnSpc>
              <a:spcBef>
                <a:spcPts val="0"/>
              </a:spcBef>
              <a:spcAft>
                <a:spcPts val="708"/>
              </a:spcAft>
              <a:buFont typeface="Arial"/>
              <a:buChar char="•"/>
              <a:defRPr/>
            </a:pPr>
            <a:r>
              <a:rPr lang="pt-BR" sz="16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Rede sem perturbações</a:t>
            </a:r>
            <a:endParaRPr lang="pt-BR" sz="1600" b="1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marL="261850" indent="-198000">
              <a:lnSpc>
                <a:spcPct val="100000"/>
              </a:lnSpc>
              <a:spcBef>
                <a:spcPts val="0"/>
              </a:spcBef>
              <a:spcAft>
                <a:spcPts val="708"/>
              </a:spcAft>
              <a:buFont typeface="Arial"/>
              <a:buChar char="•"/>
              <a:defRPr/>
            </a:pPr>
            <a:r>
              <a:rPr lang="pt-BR" sz="16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Condições climáticas típicas</a:t>
            </a:r>
            <a:endParaRPr sz="1600" b="1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marL="261850" indent="-198000">
              <a:lnSpc>
                <a:spcPct val="100000"/>
              </a:lnSpc>
              <a:spcBef>
                <a:spcPts val="0"/>
              </a:spcBef>
              <a:spcAft>
                <a:spcPts val="708"/>
              </a:spcAft>
              <a:buFont typeface="Arial"/>
              <a:buChar char="•"/>
              <a:defRPr/>
            </a:pPr>
            <a:r>
              <a:rPr lang="pt-BR" sz="16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Tempo médio de acesso: </a:t>
            </a:r>
            <a:r>
              <a:rPr lang="pt-BR" sz="1600" b="1" i="0" u="none" strike="noStrike" cap="none" spc="0">
                <a:solidFill>
                  <a:schemeClr val="accent1">
                    <a:lumMod val="75000"/>
                  </a:schemeClr>
                </a:solidFill>
                <a:latin typeface="Arial"/>
                <a:ea typeface="Arial"/>
                <a:cs typeface="Arial"/>
              </a:rPr>
              <a:t>T</a:t>
            </a:r>
            <a:endParaRPr sz="1600" b="1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1260570200" name=""/>
          <p:cNvGrpSpPr/>
          <p:nvPr/>
        </p:nvGrpSpPr>
        <p:grpSpPr bwMode="auto">
          <a:xfrm rot="0" flipH="0" flipV="0">
            <a:off x="8499480" y="79719"/>
            <a:ext cx="3613824" cy="5931984"/>
            <a:chOff x="0" y="0"/>
            <a:chExt cx="3613824" cy="5931984"/>
          </a:xfrm>
        </p:grpSpPr>
        <p:sp>
          <p:nvSpPr>
            <p:cNvPr id="508338274" name=""/>
            <p:cNvSpPr/>
            <p:nvPr/>
          </p:nvSpPr>
          <p:spPr bwMode="auto">
            <a:xfrm rot="0" flipH="0" flipV="0">
              <a:off x="0" y="0"/>
              <a:ext cx="3613824" cy="5931984"/>
            </a:xfrm>
            <a:prstGeom prst="rect">
              <a:avLst/>
            </a:prstGeom>
            <a:noFill/>
            <a:ln w="38100" cap="flat" cmpd="sng" algn="ctr">
              <a:solidFill>
                <a:srgbClr val="BA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98854542" name=""/>
            <p:cNvSpPr/>
            <p:nvPr/>
          </p:nvSpPr>
          <p:spPr bwMode="auto">
            <a:xfrm rot="0" flipH="0" flipV="0">
              <a:off x="0" y="0"/>
              <a:ext cx="3613824" cy="1028828"/>
            </a:xfrm>
            <a:prstGeom prst="rect">
              <a:avLst/>
            </a:prstGeom>
            <a:solidFill>
              <a:srgbClr val="BA0000"/>
            </a:solidFill>
            <a:ln w="38100" cap="flat" cmpd="sng" algn="ctr">
              <a:solidFill>
                <a:srgbClr val="BA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r>
                <a:rPr b="1">
                  <a:solidFill>
                    <a:schemeClr val="bg1"/>
                  </a:solidFill>
                </a:rPr>
                <a:t>Acessibilidade Condicionada</a:t>
              </a:r>
              <a:endParaRPr b="1">
                <a:solidFill>
                  <a:schemeClr val="bg1"/>
                </a:solidFill>
              </a:endParaRPr>
            </a:p>
          </p:txBody>
        </p:sp>
      </p:grpSp>
      <p:sp>
        <p:nvSpPr>
          <p:cNvPr id="669291335" name=""/>
          <p:cNvSpPr txBox="1"/>
          <p:nvPr/>
        </p:nvSpPr>
        <p:spPr bwMode="auto">
          <a:xfrm rot="0" flipH="0" flipV="0">
            <a:off x="8499480" y="4087712"/>
            <a:ext cx="3614904" cy="1580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61850" indent="-198000">
              <a:lnSpc>
                <a:spcPct val="100000"/>
              </a:lnSpc>
              <a:spcBef>
                <a:spcPts val="0"/>
              </a:spcBef>
              <a:spcAft>
                <a:spcPts val="708"/>
              </a:spcAft>
              <a:buFont typeface="Arial"/>
              <a:buChar char="•"/>
              <a:defRPr/>
            </a:pPr>
            <a:r>
              <a:rPr lang="pt-BR" sz="16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Rede penalizada por eventos climáticos</a:t>
            </a:r>
            <a:endParaRPr sz="1600" b="1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marL="261850" indent="-198000">
              <a:lnSpc>
                <a:spcPct val="100000"/>
              </a:lnSpc>
              <a:spcBef>
                <a:spcPts val="0"/>
              </a:spcBef>
              <a:spcAft>
                <a:spcPts val="708"/>
              </a:spcAft>
              <a:buFont typeface="Arial"/>
              <a:buChar char="•"/>
              <a:defRPr/>
            </a:pPr>
            <a:r>
              <a:rPr lang="pt-BR" sz="16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Tempo médio de acesso: </a:t>
            </a:r>
            <a:r>
              <a:rPr lang="pt-BR" sz="1600" b="1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T + Δ</a:t>
            </a:r>
            <a:r>
              <a:rPr lang="pt-BR" sz="1600" b="1" i="0" u="none" strike="noStrike" cap="none" spc="0">
                <a:solidFill>
                  <a:srgbClr val="C00000"/>
                </a:solidFill>
                <a:latin typeface="Arial"/>
                <a:cs typeface="Arial"/>
              </a:rPr>
              <a:t>T</a:t>
            </a:r>
            <a:endParaRPr sz="1600" b="1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  <a:p>
            <a:pPr marL="261850" indent="-198000">
              <a:lnSpc>
                <a:spcPct val="100000"/>
              </a:lnSpc>
              <a:spcBef>
                <a:spcPts val="0"/>
              </a:spcBef>
              <a:spcAft>
                <a:spcPts val="708"/>
              </a:spcAft>
              <a:buFont typeface="Arial"/>
              <a:buChar char="•"/>
              <a:defRPr/>
            </a:pPr>
            <a:r>
              <a:rPr lang="pt-BR" sz="16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Redução da acessibilidade</a:t>
            </a:r>
            <a:endParaRPr sz="1600" b="1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marL="261850" indent="-198000">
              <a:lnSpc>
                <a:spcPct val="100000"/>
              </a:lnSpc>
              <a:spcBef>
                <a:spcPts val="0"/>
              </a:spcBef>
              <a:spcAft>
                <a:spcPts val="708"/>
              </a:spcAft>
              <a:buFont typeface="Arial"/>
              <a:buChar char="•"/>
              <a:defRPr/>
            </a:pPr>
            <a:r>
              <a:rPr lang="pt-BR" sz="16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Impactos distintos no território</a:t>
            </a:r>
            <a:endParaRPr lang="pt-BR" sz="1600" b="1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034973980" name=""/>
          <p:cNvSpPr/>
          <p:nvPr/>
        </p:nvSpPr>
        <p:spPr bwMode="auto">
          <a:xfrm rot="5399999" flipH="0" flipV="0">
            <a:off x="5812301" y="1471366"/>
            <a:ext cx="513728" cy="3537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A0000"/>
          </a:solidFill>
          <a:ln w="12700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28033614" name=""/>
          <p:cNvSpPr/>
          <p:nvPr/>
        </p:nvSpPr>
        <p:spPr bwMode="auto">
          <a:xfrm rot="0" flipH="0" flipV="0">
            <a:off x="4340378" y="1950530"/>
            <a:ext cx="3457575" cy="866774"/>
          </a:xfrm>
          <a:prstGeom prst="roundRect">
            <a:avLst>
              <a:gd name="adj" fmla="val 16667"/>
            </a:avLst>
          </a:prstGeom>
          <a:noFill/>
          <a:ln w="38100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pt-BR" sz="18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Modelagem da Penalização da Rede</a:t>
            </a:r>
            <a:r>
              <a:rPr lang="pt-BR" sz="1800" b="1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de Deslocamentos</a:t>
            </a:r>
            <a:endParaRPr/>
          </a:p>
        </p:txBody>
      </p:sp>
      <p:sp>
        <p:nvSpPr>
          <p:cNvPr id="1486918923" name=""/>
          <p:cNvSpPr/>
          <p:nvPr/>
        </p:nvSpPr>
        <p:spPr bwMode="auto">
          <a:xfrm rot="5399999" flipH="0" flipV="0">
            <a:off x="5799519" y="2969843"/>
            <a:ext cx="539292" cy="371568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solidFill>
              <a:schemeClr val="tx1">
                <a:lumMod val="50196"/>
                <a:lumOff val="49804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306707243" name=""/>
          <p:cNvGrpSpPr/>
          <p:nvPr/>
        </p:nvGrpSpPr>
        <p:grpSpPr bwMode="auto">
          <a:xfrm rot="0" flipH="0" flipV="0">
            <a:off x="4357072" y="87815"/>
            <a:ext cx="3424186" cy="1244416"/>
            <a:chOff x="0" y="0"/>
            <a:chExt cx="3424186" cy="1244416"/>
          </a:xfrm>
        </p:grpSpPr>
        <p:sp>
          <p:nvSpPr>
            <p:cNvPr id="1243345270" name=""/>
            <p:cNvSpPr/>
            <p:nvPr/>
          </p:nvSpPr>
          <p:spPr bwMode="auto">
            <a:xfrm rot="0" flipH="0" flipV="0">
              <a:off x="0" y="0"/>
              <a:ext cx="3424186" cy="1244416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2700" cap="flat" cmpd="sng" algn="ctr">
              <a:solidFill>
                <a:srgbClr val="C0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/>
            <a:p>
              <a:pPr algn="ctr">
                <a:lnSpc>
                  <a:spcPct val="100000"/>
                </a:lnSpc>
                <a:spcBef>
                  <a:spcPts val="113385"/>
                </a:spcBef>
                <a:spcAft>
                  <a:spcPts val="0"/>
                </a:spcAft>
                <a:defRPr/>
              </a:pPr>
              <a:r>
                <a:rPr b="1"/>
                <a:t>Condicionantes Climáticas</a:t>
              </a:r>
              <a:endParaRPr b="1"/>
            </a:p>
          </p:txBody>
        </p:sp>
        <p:pic>
          <p:nvPicPr>
            <p:cNvPr id="2123779233" name=""/>
            <p:cNvPicPr>
              <a:picLocks noChangeAspect="1"/>
            </p:cNvPicPr>
            <p:nvPr/>
          </p:nvPicPr>
          <p:blipFill rotWithShape="1">
            <a:blip r:embed="rId5"/>
            <a:stretch/>
          </p:blipFill>
          <p:spPr bwMode="auto">
            <a:xfrm rot="0" flipH="0" flipV="0">
              <a:off x="229195" y="577488"/>
              <a:ext cx="444906" cy="444906"/>
            </a:xfrm>
            <a:prstGeom prst="rect">
              <a:avLst/>
            </a:prstGeom>
          </p:spPr>
        </p:pic>
        <p:pic>
          <p:nvPicPr>
            <p:cNvPr id="468895012" name="Imagem 118967023"/>
            <p:cNvPicPr>
              <a:picLocks noChangeAspect="1"/>
            </p:cNvPicPr>
            <p:nvPr/>
          </p:nvPicPr>
          <p:blipFill rotWithShape="1">
            <a:blip r:embed="rId6"/>
            <a:stretch/>
          </p:blipFill>
          <p:spPr bwMode="auto">
            <a:xfrm rot="0" flipH="0" flipV="0">
              <a:off x="826578" y="561598"/>
              <a:ext cx="476686" cy="476686"/>
            </a:xfrm>
            <a:prstGeom prst="rect">
              <a:avLst/>
            </a:prstGeom>
          </p:spPr>
        </p:pic>
        <p:pic>
          <p:nvPicPr>
            <p:cNvPr id="1548807311" name=""/>
            <p:cNvPicPr>
              <a:picLocks noChangeAspect="1"/>
            </p:cNvPicPr>
            <p:nvPr/>
          </p:nvPicPr>
          <p:blipFill rotWithShape="1">
            <a:blip r:embed="rId7"/>
            <a:stretch/>
          </p:blipFill>
          <p:spPr bwMode="auto">
            <a:xfrm rot="0" flipH="0" flipV="0">
              <a:off x="1455739" y="585433"/>
              <a:ext cx="429018" cy="429018"/>
            </a:xfrm>
            <a:prstGeom prst="rect">
              <a:avLst/>
            </a:prstGeom>
          </p:spPr>
        </p:pic>
        <p:pic>
          <p:nvPicPr>
            <p:cNvPr id="171748120" name="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 rot="0" flipH="0" flipV="0">
              <a:off x="2037231" y="529819"/>
              <a:ext cx="540245" cy="540245"/>
            </a:xfrm>
            <a:prstGeom prst="rect">
              <a:avLst/>
            </a:prstGeom>
          </p:spPr>
        </p:pic>
        <p:pic>
          <p:nvPicPr>
            <p:cNvPr id="944175521" name=""/>
            <p:cNvPicPr>
              <a:picLocks noChangeAspect="1"/>
            </p:cNvPicPr>
            <p:nvPr/>
          </p:nvPicPr>
          <p:blipFill rotWithShape="1">
            <a:blip r:embed="rId9"/>
            <a:stretch/>
          </p:blipFill>
          <p:spPr bwMode="auto">
            <a:xfrm rot="0" flipH="0" flipV="0">
              <a:off x="2729951" y="577488"/>
              <a:ext cx="444906" cy="444906"/>
            </a:xfrm>
            <a:prstGeom prst="rect">
              <a:avLst/>
            </a:prstGeom>
          </p:spPr>
        </p:pic>
      </p:grpSp>
      <p:grpSp>
        <p:nvGrpSpPr>
          <p:cNvPr id="309341186" name=""/>
          <p:cNvGrpSpPr/>
          <p:nvPr/>
        </p:nvGrpSpPr>
        <p:grpSpPr bwMode="auto">
          <a:xfrm rot="0" flipH="0" flipV="0">
            <a:off x="4309948" y="3453849"/>
            <a:ext cx="3529942" cy="2681545"/>
            <a:chOff x="0" y="0"/>
            <a:chExt cx="3529942" cy="2681545"/>
          </a:xfrm>
        </p:grpSpPr>
        <p:sp>
          <p:nvSpPr>
            <p:cNvPr id="2001695621" name=""/>
            <p:cNvSpPr/>
            <p:nvPr/>
          </p:nvSpPr>
          <p:spPr bwMode="auto">
            <a:xfrm rot="0" flipH="0" flipV="0">
              <a:off x="0" y="0"/>
              <a:ext cx="3529942" cy="256595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 cap="flat" cmpd="sng" algn="ctr">
              <a:solidFill>
                <a:schemeClr val="tx1">
                  <a:lumMod val="65098"/>
                  <a:lumOff val="34902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lIns="91440" tIns="126000" rIns="91440" bIns="45720" numCol="1" spcCol="0" rtlCol="0" fromWordArt="0" anchor="t" anchorCtr="0" forceAA="0" upright="0" compatLnSpc="0"/>
            <a:p>
              <a:pPr algn="ctr">
                <a:lnSpc>
                  <a:spcPct val="100000"/>
                </a:lnSpc>
                <a:spcBef>
                  <a:spcPts val="2834"/>
                </a:spcBef>
                <a:spcAft>
                  <a:spcPts val="5669"/>
                </a:spcAft>
                <a:defRPr/>
              </a:pPr>
              <a:r>
                <a:rPr b="1"/>
                <a:t>Impactos na Mobilidade</a:t>
              </a:r>
              <a:endParaRPr b="1"/>
            </a:p>
          </p:txBody>
        </p:sp>
        <p:sp>
          <p:nvSpPr>
            <p:cNvPr id="1838418446" name=""/>
            <p:cNvSpPr txBox="1"/>
            <p:nvPr/>
          </p:nvSpPr>
          <p:spPr bwMode="auto">
            <a:xfrm rot="0" flipH="0" flipV="0">
              <a:off x="101101" y="522865"/>
              <a:ext cx="3240299" cy="215867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261850" indent="-198000">
                <a:lnSpc>
                  <a:spcPct val="100000"/>
                </a:lnSpc>
                <a:spcBef>
                  <a:spcPts val="0"/>
                </a:spcBef>
                <a:spcAft>
                  <a:spcPts val="708"/>
                </a:spcAft>
                <a:buFont typeface="Arial"/>
                <a:buChar char="•"/>
                <a:defRPr/>
              </a:pPr>
              <a:r>
                <a:rPr lang="pt-BR" sz="16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Redução da velocidade</a:t>
              </a:r>
              <a:r>
                <a:rPr lang="pt-BR" sz="1600" b="0" i="0" u="none" strike="noStrike" cap="none" spc="0">
                  <a:solidFill>
                    <a:schemeClr val="bg1"/>
                  </a:solidFill>
                  <a:latin typeface="Arial"/>
                  <a:cs typeface="Arial"/>
                </a:rPr>
                <a:t> de deslocamento</a:t>
              </a:r>
              <a:endParaRPr sz="16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endParaRPr>
            </a:p>
            <a:p>
              <a:pPr marL="261850" indent="-198000">
                <a:lnSpc>
                  <a:spcPct val="100000"/>
                </a:lnSpc>
                <a:spcBef>
                  <a:spcPts val="0"/>
                </a:spcBef>
                <a:spcAft>
                  <a:spcPts val="708"/>
                </a:spcAft>
                <a:buFont typeface="Arial"/>
                <a:buChar char="•"/>
                <a:defRPr/>
              </a:pPr>
              <a:r>
                <a:rPr lang="pt-BR" sz="16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Redução da conectividade da rede</a:t>
              </a:r>
              <a:endParaRPr sz="16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endParaRPr>
            </a:p>
            <a:p>
              <a:pPr marL="261850" indent="-198000">
                <a:lnSpc>
                  <a:spcPct val="100000"/>
                </a:lnSpc>
                <a:spcBef>
                  <a:spcPts val="0"/>
                </a:spcBef>
                <a:spcAft>
                  <a:spcPts val="708"/>
                </a:spcAft>
                <a:buFont typeface="Arial"/>
                <a:buChar char="•"/>
                <a:defRPr/>
              </a:pPr>
              <a:r>
                <a:rPr lang="pt-BR" sz="16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Aumento da distância efetiva</a:t>
              </a:r>
              <a:endParaRPr sz="16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endParaRPr>
            </a:p>
            <a:p>
              <a:pPr marL="261850" indent="-198000">
                <a:lnSpc>
                  <a:spcPct val="100000"/>
                </a:lnSpc>
                <a:spcBef>
                  <a:spcPts val="0"/>
                </a:spcBef>
                <a:spcAft>
                  <a:spcPts val="708"/>
                </a:spcAft>
                <a:buFont typeface="Arial"/>
                <a:buChar char="•"/>
                <a:defRPr/>
              </a:pPr>
              <a:r>
                <a:rPr lang="pt-BR" sz="1600" b="0" i="0" u="none" strike="noStrike" cap="none" spc="0">
                  <a:solidFill>
                    <a:schemeClr val="bg1"/>
                  </a:solidFill>
                  <a:latin typeface="Arial"/>
                  <a:ea typeface="Arial"/>
                  <a:cs typeface="Arial"/>
                </a:rPr>
                <a:t>Aumento do esforço percebido</a:t>
              </a:r>
              <a:endParaRPr sz="16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endParaRPr>
            </a:p>
            <a:p>
              <a:pPr marL="261850" indent="-198000">
                <a:lnSpc>
                  <a:spcPct val="100000"/>
                </a:lnSpc>
                <a:spcBef>
                  <a:spcPts val="0"/>
                </a:spcBef>
                <a:spcAft>
                  <a:spcPts val="708"/>
                </a:spcAft>
                <a:buFont typeface="Arial"/>
                <a:buChar char="•"/>
                <a:defRPr/>
              </a:pPr>
              <a:endParaRPr sz="16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endParaRPr>
            </a:p>
          </p:txBody>
        </p:sp>
      </p:grpSp>
      <p:cxnSp>
        <p:nvCxnSpPr>
          <p:cNvPr id="1369971352" name=""/>
          <p:cNvCxnSpPr/>
          <p:nvPr/>
        </p:nvCxnSpPr>
        <p:spPr bwMode="auto">
          <a:xfrm rot="5400000" flipH="1" flipV="0">
            <a:off x="9036842" y="3181438"/>
            <a:ext cx="508816" cy="422980"/>
          </a:xfrm>
          <a:prstGeom prst="line">
            <a:avLst/>
          </a:prstGeom>
          <a:ln w="28575" cap="flat" cmpd="sng" algn="ctr">
            <a:solidFill>
              <a:schemeClr val="tx1">
                <a:lumMod val="65098"/>
                <a:lumOff val="34902"/>
              </a:scheme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6097451" name=""/>
          <p:cNvCxnSpPr/>
          <p:nvPr/>
        </p:nvCxnSpPr>
        <p:spPr bwMode="auto">
          <a:xfrm rot="0" flipH="0" flipV="0">
            <a:off x="10207858" y="3510078"/>
            <a:ext cx="924606" cy="185798"/>
          </a:xfrm>
          <a:prstGeom prst="line">
            <a:avLst/>
          </a:prstGeom>
          <a:ln w="28575" cap="flat" cmpd="sng" algn="ctr">
            <a:solidFill>
              <a:srgbClr val="C00000"/>
            </a:solidFill>
            <a:prstDash val="sysDash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5905687" name=""/>
          <p:cNvCxnSpPr/>
          <p:nvPr/>
        </p:nvCxnSpPr>
        <p:spPr bwMode="auto">
          <a:xfrm rot="5400000" flipH="1" flipV="0">
            <a:off x="9920261" y="1962177"/>
            <a:ext cx="0" cy="838423"/>
          </a:xfrm>
          <a:prstGeom prst="line">
            <a:avLst/>
          </a:prstGeom>
          <a:ln w="28575" cap="flat" cmpd="sng" algn="ctr">
            <a:solidFill>
              <a:srgbClr val="BA0000"/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694545" name=""/>
          <p:cNvCxnSpPr/>
          <p:nvPr/>
        </p:nvCxnSpPr>
        <p:spPr bwMode="auto">
          <a:xfrm rot="5400000" flipH="0" flipV="0">
            <a:off x="10375476" y="2274937"/>
            <a:ext cx="265087" cy="1229633"/>
          </a:xfrm>
          <a:prstGeom prst="line">
            <a:avLst/>
          </a:prstGeom>
          <a:ln w="28575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080194" name=""/>
          <p:cNvCxnSpPr/>
          <p:nvPr/>
        </p:nvCxnSpPr>
        <p:spPr bwMode="auto">
          <a:xfrm rot="5400000" flipH="1" flipV="0">
            <a:off x="10554550" y="2165097"/>
            <a:ext cx="351362" cy="785210"/>
          </a:xfrm>
          <a:prstGeom prst="line">
            <a:avLst/>
          </a:prstGeom>
          <a:ln w="28575" cap="flat" cmpd="sng" algn="ctr">
            <a:solidFill>
              <a:schemeClr val="tx1">
                <a:lumMod val="65098"/>
                <a:lumOff val="34902"/>
              </a:scheme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6684811" name=""/>
          <p:cNvCxnSpPr/>
          <p:nvPr/>
        </p:nvCxnSpPr>
        <p:spPr bwMode="auto">
          <a:xfrm rot="5400000" flipH="0" flipV="0">
            <a:off x="9838067" y="2475113"/>
            <a:ext cx="608833" cy="420568"/>
          </a:xfrm>
          <a:prstGeom prst="line">
            <a:avLst/>
          </a:prstGeom>
          <a:ln w="28575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1226262" name=""/>
          <p:cNvCxnSpPr/>
          <p:nvPr/>
        </p:nvCxnSpPr>
        <p:spPr bwMode="auto">
          <a:xfrm rot="5400000" flipH="0" flipV="0">
            <a:off x="10484800" y="1685932"/>
            <a:ext cx="523236" cy="863715"/>
          </a:xfrm>
          <a:prstGeom prst="line">
            <a:avLst/>
          </a:prstGeom>
          <a:ln w="28575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6147576" name=""/>
          <p:cNvCxnSpPr/>
          <p:nvPr/>
        </p:nvCxnSpPr>
        <p:spPr bwMode="auto">
          <a:xfrm rot="5400000" flipH="1" flipV="0">
            <a:off x="9852370" y="1873164"/>
            <a:ext cx="730915" cy="281077"/>
          </a:xfrm>
          <a:prstGeom prst="line">
            <a:avLst/>
          </a:prstGeom>
          <a:ln w="28575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7341486" name=""/>
          <p:cNvCxnSpPr/>
          <p:nvPr/>
        </p:nvCxnSpPr>
        <p:spPr bwMode="auto">
          <a:xfrm rot="5400000" flipH="1" flipV="0">
            <a:off x="9542994" y="1120186"/>
            <a:ext cx="116874" cy="951715"/>
          </a:xfrm>
          <a:prstGeom prst="line">
            <a:avLst/>
          </a:prstGeom>
          <a:ln w="28575" cap="flat" cmpd="sng" algn="ctr">
            <a:solidFill>
              <a:schemeClr val="tx1">
                <a:lumMod val="65098"/>
                <a:lumOff val="34902"/>
              </a:scheme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9261610" name=""/>
          <p:cNvCxnSpPr/>
          <p:nvPr/>
        </p:nvCxnSpPr>
        <p:spPr bwMode="auto">
          <a:xfrm rot="16199998" flipH="1" flipV="1">
            <a:off x="10318786" y="1068449"/>
            <a:ext cx="344534" cy="827527"/>
          </a:xfrm>
          <a:prstGeom prst="line">
            <a:avLst/>
          </a:prstGeom>
          <a:ln w="28575" cap="flat" cmpd="sng" algn="ctr">
            <a:solidFill>
              <a:srgbClr val="C00000"/>
            </a:solidFill>
            <a:prstDash val="sysDash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0508643" name=""/>
          <p:cNvCxnSpPr/>
          <p:nvPr/>
        </p:nvCxnSpPr>
        <p:spPr bwMode="auto">
          <a:xfrm rot="5400000" flipH="1" flipV="0">
            <a:off x="10787698" y="1465593"/>
            <a:ext cx="507867" cy="273288"/>
          </a:xfrm>
          <a:prstGeom prst="line">
            <a:avLst/>
          </a:prstGeom>
          <a:ln w="28575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0170257" name=""/>
          <p:cNvCxnSpPr/>
          <p:nvPr/>
        </p:nvCxnSpPr>
        <p:spPr bwMode="auto">
          <a:xfrm rot="10800000" flipH="0" flipV="0">
            <a:off x="11178276" y="1856171"/>
            <a:ext cx="616761" cy="429660"/>
          </a:xfrm>
          <a:prstGeom prst="line">
            <a:avLst/>
          </a:prstGeom>
          <a:ln w="28575" cap="flat" cmpd="sng" algn="ctr">
            <a:solidFill>
              <a:schemeClr val="tx1">
                <a:lumMod val="65098"/>
                <a:lumOff val="34902"/>
              </a:scheme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4191481" name=""/>
          <p:cNvCxnSpPr/>
          <p:nvPr/>
        </p:nvCxnSpPr>
        <p:spPr bwMode="auto">
          <a:xfrm rot="5400000" flipH="0" flipV="0">
            <a:off x="11223248" y="2185421"/>
            <a:ext cx="471378" cy="672200"/>
          </a:xfrm>
          <a:prstGeom prst="line">
            <a:avLst/>
          </a:prstGeom>
          <a:ln w="28575" cap="flat" cmpd="sng" algn="ctr">
            <a:solidFill>
              <a:srgbClr val="C00000"/>
            </a:solidFill>
            <a:prstDash val="sysDash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4156565" name=""/>
          <p:cNvCxnSpPr/>
          <p:nvPr/>
        </p:nvCxnSpPr>
        <p:spPr bwMode="auto">
          <a:xfrm rot="5400000" flipH="0" flipV="1">
            <a:off x="11421535" y="2666496"/>
            <a:ext cx="761328" cy="0"/>
          </a:xfrm>
          <a:prstGeom prst="line">
            <a:avLst/>
          </a:prstGeom>
          <a:ln w="28575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5736187" name=""/>
          <p:cNvCxnSpPr/>
          <p:nvPr/>
        </p:nvCxnSpPr>
        <p:spPr bwMode="auto">
          <a:xfrm rot="5400000" flipH="1" flipV="0">
            <a:off x="8927207" y="1808076"/>
            <a:ext cx="816279" cy="309194"/>
          </a:xfrm>
          <a:prstGeom prst="line">
            <a:avLst/>
          </a:prstGeom>
          <a:ln w="28575" cap="flat" cmpd="sng" algn="ctr">
            <a:solidFill>
              <a:srgbClr val="C00000"/>
            </a:solidFill>
            <a:prstDash val="sysDash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2474098" name=""/>
          <p:cNvCxnSpPr/>
          <p:nvPr/>
        </p:nvCxnSpPr>
        <p:spPr bwMode="auto">
          <a:xfrm rot="5400000" flipH="0" flipV="0">
            <a:off x="8900998" y="2549575"/>
            <a:ext cx="767707" cy="410183"/>
          </a:xfrm>
          <a:prstGeom prst="line">
            <a:avLst/>
          </a:prstGeom>
          <a:ln w="28575" cap="flat" cmpd="sng" algn="ctr">
            <a:solidFill>
              <a:srgbClr val="BA0000"/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5464844" name=""/>
          <p:cNvCxnSpPr/>
          <p:nvPr/>
        </p:nvCxnSpPr>
        <p:spPr bwMode="auto">
          <a:xfrm rot="5400000" flipH="0" flipV="0">
            <a:off x="9443637" y="2659819"/>
            <a:ext cx="114824" cy="842578"/>
          </a:xfrm>
          <a:prstGeom prst="line">
            <a:avLst/>
          </a:prstGeom>
          <a:ln w="28575" cap="flat" cmpd="sng" algn="ctr">
            <a:solidFill>
              <a:srgbClr val="C00000"/>
            </a:solidFill>
            <a:prstDash val="sysDash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4028790" name=""/>
          <p:cNvCxnSpPr/>
          <p:nvPr/>
        </p:nvCxnSpPr>
        <p:spPr bwMode="auto">
          <a:xfrm rot="16199998" flipH="0" flipV="1">
            <a:off x="9830204" y="3088080"/>
            <a:ext cx="442800" cy="315131"/>
          </a:xfrm>
          <a:prstGeom prst="line">
            <a:avLst/>
          </a:prstGeom>
          <a:ln w="28575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8864725" name=""/>
          <p:cNvCxnSpPr/>
          <p:nvPr/>
        </p:nvCxnSpPr>
        <p:spPr bwMode="auto">
          <a:xfrm rot="5400000" flipH="1" flipV="1">
            <a:off x="11136038" y="3020674"/>
            <a:ext cx="662590" cy="669736"/>
          </a:xfrm>
          <a:prstGeom prst="line">
            <a:avLst/>
          </a:prstGeom>
          <a:ln w="28575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2679465" name=""/>
          <p:cNvCxnSpPr/>
          <p:nvPr/>
        </p:nvCxnSpPr>
        <p:spPr bwMode="auto">
          <a:xfrm rot="16199999" flipH="0" flipV="1">
            <a:off x="10641625" y="3205037"/>
            <a:ext cx="981676" cy="0"/>
          </a:xfrm>
          <a:prstGeom prst="line">
            <a:avLst/>
          </a:prstGeom>
          <a:ln w="28575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938677" name=""/>
          <p:cNvCxnSpPr/>
          <p:nvPr/>
        </p:nvCxnSpPr>
        <p:spPr bwMode="auto">
          <a:xfrm rot="5400000" flipH="1" flipV="1">
            <a:off x="8513008" y="1779196"/>
            <a:ext cx="900259" cy="435223"/>
          </a:xfrm>
          <a:prstGeom prst="line">
            <a:avLst/>
          </a:prstGeom>
          <a:ln w="28575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8428054" name=""/>
          <p:cNvCxnSpPr/>
          <p:nvPr/>
        </p:nvCxnSpPr>
        <p:spPr bwMode="auto">
          <a:xfrm rot="5400000" flipH="1" flipV="0">
            <a:off x="8566852" y="2625612"/>
            <a:ext cx="691582" cy="334234"/>
          </a:xfrm>
          <a:prstGeom prst="line">
            <a:avLst/>
          </a:prstGeom>
          <a:ln w="28575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6725883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9720040" y="2706793"/>
            <a:ext cx="267902" cy="244963"/>
          </a:xfrm>
          <a:prstGeom prst="rect">
            <a:avLst/>
          </a:prstGeom>
        </p:spPr>
      </p:pic>
      <p:pic>
        <p:nvPicPr>
          <p:cNvPr id="190101014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0" flipH="0" flipV="0">
            <a:off x="11771904" y="2824098"/>
            <a:ext cx="290956" cy="266043"/>
          </a:xfrm>
          <a:prstGeom prst="rect">
            <a:avLst/>
          </a:prstGeom>
        </p:spPr>
      </p:pic>
      <p:pic>
        <p:nvPicPr>
          <p:cNvPr id="20856752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0" flipH="0" flipV="0">
            <a:off x="11099682" y="1569162"/>
            <a:ext cx="290956" cy="266043"/>
          </a:xfrm>
          <a:prstGeom prst="rect">
            <a:avLst/>
          </a:prstGeom>
        </p:spPr>
      </p:pic>
      <p:pic>
        <p:nvPicPr>
          <p:cNvPr id="20178935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0" flipH="0" flipV="0">
            <a:off x="9397239" y="2057065"/>
            <a:ext cx="290956" cy="266043"/>
          </a:xfrm>
          <a:prstGeom prst="rect">
            <a:avLst/>
          </a:prstGeom>
        </p:spPr>
      </p:pic>
      <p:pic>
        <p:nvPicPr>
          <p:cNvPr id="101107852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0" flipH="0" flipV="0">
            <a:off x="10123102" y="3200469"/>
            <a:ext cx="290956" cy="266043"/>
          </a:xfrm>
          <a:prstGeom prst="rect">
            <a:avLst/>
          </a:prstGeom>
        </p:spPr>
      </p:pic>
      <p:sp>
        <p:nvSpPr>
          <p:cNvPr id="486922569" name=""/>
          <p:cNvSpPr/>
          <p:nvPr/>
        </p:nvSpPr>
        <p:spPr bwMode="auto">
          <a:xfrm rot="0" flipH="0" flipV="0">
            <a:off x="9456478" y="3600470"/>
            <a:ext cx="91624" cy="95407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solidFill>
              <a:schemeClr val="tx1">
                <a:lumMod val="65098"/>
                <a:lumOff val="34902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8809027" name=""/>
          <p:cNvCxnSpPr/>
          <p:nvPr/>
        </p:nvCxnSpPr>
        <p:spPr bwMode="auto">
          <a:xfrm rot="0" flipH="0" flipV="1">
            <a:off x="9548104" y="3516380"/>
            <a:ext cx="656021" cy="131793"/>
          </a:xfrm>
          <a:prstGeom prst="line">
            <a:avLst/>
          </a:prstGeom>
          <a:ln w="28575" cap="flat" cmpd="sng" algn="ctr">
            <a:solidFill>
              <a:schemeClr val="tx1">
                <a:lumMod val="65098"/>
                <a:lumOff val="34902"/>
              </a:scheme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5662879" name=""/>
          <p:cNvSpPr/>
          <p:nvPr/>
        </p:nvSpPr>
        <p:spPr bwMode="auto">
          <a:xfrm rot="0" flipH="0" flipV="0">
            <a:off x="11086653" y="3648174"/>
            <a:ext cx="91624" cy="95407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solidFill>
              <a:schemeClr val="tx1">
                <a:lumMod val="65098"/>
                <a:lumOff val="34902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60352243" name=""/>
          <p:cNvSpPr/>
          <p:nvPr/>
        </p:nvSpPr>
        <p:spPr bwMode="auto">
          <a:xfrm rot="0" flipH="0" flipV="0">
            <a:off x="11756389" y="2999460"/>
            <a:ext cx="91624" cy="95406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solidFill>
              <a:schemeClr val="tx1">
                <a:lumMod val="65098"/>
                <a:lumOff val="34902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49484206" name=""/>
          <p:cNvSpPr/>
          <p:nvPr/>
        </p:nvSpPr>
        <p:spPr bwMode="auto">
          <a:xfrm rot="0" flipH="0" flipV="0">
            <a:off x="11749226" y="2238129"/>
            <a:ext cx="91624" cy="95407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solidFill>
              <a:schemeClr val="tx1">
                <a:lumMod val="65098"/>
                <a:lumOff val="34902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40365621" name=""/>
          <p:cNvSpPr/>
          <p:nvPr/>
        </p:nvSpPr>
        <p:spPr bwMode="auto">
          <a:xfrm rot="0" flipH="0" flipV="0">
            <a:off x="11090632" y="2695900"/>
            <a:ext cx="91624" cy="95406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solidFill>
              <a:schemeClr val="tx1">
                <a:lumMod val="65098"/>
                <a:lumOff val="34902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25201011" name=""/>
          <p:cNvSpPr/>
          <p:nvPr/>
        </p:nvSpPr>
        <p:spPr bwMode="auto">
          <a:xfrm rot="0" flipH="0" flipV="0">
            <a:off x="9125410" y="1506830"/>
            <a:ext cx="91625" cy="95408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solidFill>
              <a:schemeClr val="tx1">
                <a:lumMod val="65098"/>
                <a:lumOff val="34902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79162300" name=""/>
          <p:cNvSpPr/>
          <p:nvPr/>
        </p:nvSpPr>
        <p:spPr bwMode="auto">
          <a:xfrm rot="0" flipH="0" flipV="0">
            <a:off x="8699714" y="2399234"/>
            <a:ext cx="91624" cy="95407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solidFill>
              <a:schemeClr val="tx1">
                <a:lumMod val="65098"/>
                <a:lumOff val="34902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69420868" name=""/>
          <p:cNvSpPr/>
          <p:nvPr/>
        </p:nvSpPr>
        <p:spPr bwMode="auto">
          <a:xfrm rot="0" flipH="0" flipV="0">
            <a:off x="9033786" y="3090817"/>
            <a:ext cx="91624" cy="95407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solidFill>
              <a:schemeClr val="tx1">
                <a:lumMod val="65098"/>
                <a:lumOff val="34902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60066162" name=""/>
          <p:cNvSpPr/>
          <p:nvPr/>
        </p:nvSpPr>
        <p:spPr bwMode="auto">
          <a:xfrm rot="0" flipH="0" flipV="0">
            <a:off x="9853992" y="2975843"/>
            <a:ext cx="91624" cy="95406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solidFill>
              <a:schemeClr val="tx1">
                <a:lumMod val="65098"/>
                <a:lumOff val="34902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54166810" name=""/>
          <p:cNvSpPr/>
          <p:nvPr/>
        </p:nvSpPr>
        <p:spPr bwMode="auto">
          <a:xfrm rot="0" flipH="0" flipV="0">
            <a:off x="9444132" y="2323110"/>
            <a:ext cx="91624" cy="95406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solidFill>
              <a:schemeClr val="tx1">
                <a:lumMod val="65098"/>
                <a:lumOff val="34902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1358157" name=""/>
          <p:cNvSpPr/>
          <p:nvPr/>
        </p:nvSpPr>
        <p:spPr bwMode="auto">
          <a:xfrm rot="0" flipH="0" flipV="0">
            <a:off x="10031477" y="1606777"/>
            <a:ext cx="91624" cy="95407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solidFill>
              <a:schemeClr val="tx1">
                <a:lumMod val="65098"/>
                <a:lumOff val="34902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77948763" name=""/>
          <p:cNvSpPr/>
          <p:nvPr/>
        </p:nvSpPr>
        <p:spPr bwMode="auto">
          <a:xfrm rot="0" flipH="0" flipV="0">
            <a:off x="10292490" y="2333536"/>
            <a:ext cx="91624" cy="95407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solidFill>
              <a:schemeClr val="tx1">
                <a:lumMod val="65098"/>
                <a:lumOff val="34902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46137614" name=""/>
          <p:cNvSpPr/>
          <p:nvPr/>
        </p:nvSpPr>
        <p:spPr bwMode="auto">
          <a:xfrm rot="0" flipH="0" flipV="0">
            <a:off x="11138430" y="1808468"/>
            <a:ext cx="91624" cy="95406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solidFill>
              <a:schemeClr val="tx1">
                <a:lumMod val="65098"/>
                <a:lumOff val="34902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91197375" name=""/>
          <p:cNvSpPr/>
          <p:nvPr/>
        </p:nvSpPr>
        <p:spPr bwMode="auto">
          <a:xfrm rot="0" flipH="0" flipV="0">
            <a:off x="10163359" y="3467048"/>
            <a:ext cx="91624" cy="95407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solidFill>
              <a:schemeClr val="tx1">
                <a:lumMod val="65098"/>
                <a:lumOff val="34902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57701947" name=""/>
          <p:cNvSpPr/>
          <p:nvPr/>
        </p:nvSpPr>
        <p:spPr bwMode="auto">
          <a:xfrm rot="0" flipH="0" flipV="0">
            <a:off x="10163359" y="3467048"/>
            <a:ext cx="91624" cy="95407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solidFill>
              <a:schemeClr val="tx1">
                <a:lumMod val="65098"/>
                <a:lumOff val="34902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41716761" name=""/>
          <p:cNvSpPr/>
          <p:nvPr/>
        </p:nvSpPr>
        <p:spPr bwMode="auto">
          <a:xfrm rot="0" flipH="0" flipV="0">
            <a:off x="10843365" y="1263129"/>
            <a:ext cx="91624" cy="95407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12700" cap="flat" cmpd="sng" algn="ctr">
            <a:solidFill>
              <a:schemeClr val="tx1">
                <a:lumMod val="65098"/>
                <a:lumOff val="34902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ONLYOFFICE/9.3.1.8</Application>
  <PresentationFormat>On-screen Show (4:3)</PresentationFormat>
  <Paragraphs>0</Paragraphs>
  <Slides>1</Slides>
  <Notes>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Theme 1</vt:lpstr>
      <vt:lpstr>Slide 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</cp:revision>
  <dcterms:created xsi:type="dcterms:W3CDTF">2012-12-03T06:56:55Z</dcterms:created>
  <dcterms:modified xsi:type="dcterms:W3CDTF">2026-03-20T20:22:30Z</dcterms:modified>
</cp:coreProperties>
</file>