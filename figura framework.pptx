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pt-B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123982" name="Espaço reservado para cabeçalh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249772928" name="Marcador de Posição da Dat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pt-BR"/>
              <a:t>10/30/2013</a:t>
            </a:fld>
            <a:endParaRPr lang="pt-BR"/>
          </a:p>
        </p:txBody>
      </p:sp>
      <p:sp>
        <p:nvSpPr>
          <p:cNvPr id="1452365531" name="Espaço reservado para imagem de slid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pt-BR"/>
          </a:p>
        </p:txBody>
      </p:sp>
      <p:sp>
        <p:nvSpPr>
          <p:cNvPr id="1638464505" name="Espaço reservado para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pt-BR"/>
              <a:t>Clique para editar os estilos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pt-BR"/>
          </a:p>
        </p:txBody>
      </p:sp>
      <p:sp>
        <p:nvSpPr>
          <p:cNvPr id="670122838" name="Marcador de Posição do Rodapé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51028160" name="Marcador de Posição do Número do Diapositivo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pt-BR"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457758" name="Espaço reservado para imagem de slid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704571" name="Espaço reservado para nota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>
              <a:latin typeface="Arial"/>
              <a:cs typeface="Arial"/>
            </a:endParaRPr>
          </a:p>
        </p:txBody>
      </p:sp>
      <p:sp>
        <p:nvSpPr>
          <p:cNvPr id="1192717016" name="Marcador de Posição do Número do Diapositivo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pt-BR"/>
              <a:t>1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o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607309" name="Títu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pt-BR"/>
              <a:t>Clique para editar o estilo</a:t>
            </a:r>
            <a:endParaRPr lang="pt-BR"/>
          </a:p>
        </p:txBody>
      </p:sp>
      <p:sp>
        <p:nvSpPr>
          <p:cNvPr id="1826961263" name="Subtítu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pt-BR"/>
              <a:t>Faça clique para editar o estilo</a:t>
            </a:r>
            <a:endParaRPr lang="pt-BR"/>
          </a:p>
        </p:txBody>
      </p:sp>
      <p:sp>
        <p:nvSpPr>
          <p:cNvPr id="985721631" name="Marcador de Posição d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BR"/>
              <a:t>30.10.2013</a:t>
            </a:fld>
            <a:endParaRPr lang="pt-BR"/>
          </a:p>
        </p:txBody>
      </p:sp>
      <p:sp>
        <p:nvSpPr>
          <p:cNvPr id="2115981158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2056907601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BR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e objec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988138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estilo</a:t>
            </a:r>
            <a:endParaRPr lang="pt-BR"/>
          </a:p>
        </p:txBody>
      </p:sp>
      <p:sp>
        <p:nvSpPr>
          <p:cNvPr id="1716070357" name="Marcador de Posição de Conteúd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pt-BR"/>
              <a:t>Clique para editar os estilos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pt-BR"/>
          </a:p>
        </p:txBody>
      </p:sp>
      <p:sp>
        <p:nvSpPr>
          <p:cNvPr id="1289241627" name="Marcador de Posição d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BR"/>
              <a:t>30.10.2013</a:t>
            </a:fld>
            <a:endParaRPr lang="pt-BR"/>
          </a:p>
        </p:txBody>
      </p:sp>
      <p:sp>
        <p:nvSpPr>
          <p:cNvPr id="1747540528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09182438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BR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Cabeçalho da Sec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081951" name="Títu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pt-BR"/>
              <a:t>Clique para editar o estilo</a:t>
            </a:r>
            <a:endParaRPr lang="pt-BR"/>
          </a:p>
        </p:txBody>
      </p:sp>
      <p:sp>
        <p:nvSpPr>
          <p:cNvPr id="1188341880" name="Marcador de Posição do Tex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BR"/>
              <a:t>Clique para editar os estilos</a:t>
            </a:r>
            <a:endParaRPr/>
          </a:p>
        </p:txBody>
      </p:sp>
      <p:sp>
        <p:nvSpPr>
          <p:cNvPr id="607606324" name="Marcador de Posição d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BR"/>
              <a:t>30.10.2013</a:t>
            </a:fld>
            <a:endParaRPr lang="pt-BR"/>
          </a:p>
        </p:txBody>
      </p:sp>
      <p:sp>
        <p:nvSpPr>
          <p:cNvPr id="687128340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69593078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BR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Conteúdo Dup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820456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estilo</a:t>
            </a:r>
            <a:endParaRPr lang="pt-BR"/>
          </a:p>
        </p:txBody>
      </p:sp>
      <p:sp>
        <p:nvSpPr>
          <p:cNvPr id="1292257250" name="Marcador de Posição de Conteúd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os estilos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pt-BR"/>
          </a:p>
        </p:txBody>
      </p:sp>
      <p:sp>
        <p:nvSpPr>
          <p:cNvPr id="511984494" name="Marcador de Posição de Conteúd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os estilos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pt-BR"/>
          </a:p>
        </p:txBody>
      </p:sp>
      <p:sp>
        <p:nvSpPr>
          <p:cNvPr id="741363418" name="Marcador de Posição d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BR"/>
              <a:t>30.10.2013</a:t>
            </a:fld>
            <a:endParaRPr lang="pt-BR"/>
          </a:p>
        </p:txBody>
      </p:sp>
      <p:sp>
        <p:nvSpPr>
          <p:cNvPr id="1418764208" name="Marcador de Posição do Rodapé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213970725" name="Marcador de Posição do Número do Diapositivo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BR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459652" name="Títu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pt-BR"/>
              <a:t>Clique para editar o estilo</a:t>
            </a:r>
            <a:endParaRPr lang="pt-BR"/>
          </a:p>
        </p:txBody>
      </p:sp>
      <p:sp>
        <p:nvSpPr>
          <p:cNvPr id="1741676771" name="Marcador de Posição do Tex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BR"/>
              <a:t>Clique para editar os estilos</a:t>
            </a:r>
            <a:endParaRPr/>
          </a:p>
        </p:txBody>
      </p:sp>
      <p:sp>
        <p:nvSpPr>
          <p:cNvPr id="197969039" name="Marcador de Posição de Conteúd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os estilos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pt-BR"/>
          </a:p>
        </p:txBody>
      </p:sp>
      <p:sp>
        <p:nvSpPr>
          <p:cNvPr id="867327928" name="Marcador de Posição do Tex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BR"/>
              <a:t>Clique para editar os estilos</a:t>
            </a:r>
            <a:endParaRPr/>
          </a:p>
        </p:txBody>
      </p:sp>
      <p:sp>
        <p:nvSpPr>
          <p:cNvPr id="442470457" name="Marcador de Posição de Conteúd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os estilos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pt-BR"/>
          </a:p>
        </p:txBody>
      </p:sp>
      <p:sp>
        <p:nvSpPr>
          <p:cNvPr id="753728247" name="Marcador de Posição da Dat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BR"/>
              <a:t>30.10.2013</a:t>
            </a:fld>
            <a:endParaRPr lang="pt-BR"/>
          </a:p>
        </p:txBody>
      </p:sp>
      <p:sp>
        <p:nvSpPr>
          <p:cNvPr id="71239343" name="Marcador de Posição do Rodapé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951476525" name="Marcador de Posição do Número do Diapositivo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BR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ó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43052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estilo</a:t>
            </a:r>
            <a:endParaRPr lang="pt-BR"/>
          </a:p>
        </p:txBody>
      </p:sp>
      <p:sp>
        <p:nvSpPr>
          <p:cNvPr id="1745996300" name="Marcador de Posição da Dat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BR"/>
              <a:t>30.10.2013</a:t>
            </a:fld>
            <a:endParaRPr lang="pt-BR"/>
          </a:p>
        </p:txBody>
      </p:sp>
      <p:sp>
        <p:nvSpPr>
          <p:cNvPr id="1082132337" name="Marcador de Posição do Rodapé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96017772" name="Marcador de Posição do Número do Diapositivo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BR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m br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117029" name="Marcador de Posição da Dat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BR"/>
              <a:t>30.10.2013</a:t>
            </a:fld>
            <a:endParaRPr lang="pt-BR"/>
          </a:p>
        </p:txBody>
      </p:sp>
      <p:sp>
        <p:nvSpPr>
          <p:cNvPr id="858054251" name="Marcador de Posição do Rodapé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56808033" name="Marcador de Posição do Número do Diapositivo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BR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údo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3269039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pt-BR"/>
              <a:t>Clique para editar os estilos</a:t>
            </a:r>
            <a:endParaRPr lang="pt-BR"/>
          </a:p>
        </p:txBody>
      </p:sp>
      <p:sp>
        <p:nvSpPr>
          <p:cNvPr id="976307672" name="Marcador de Posição de Conteúd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pt-BR"/>
              <a:t>Clique para editar os estilos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pt-BR"/>
          </a:p>
        </p:txBody>
      </p:sp>
      <p:sp>
        <p:nvSpPr>
          <p:cNvPr id="135984480" name="Marcador de Posição do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pt-BR"/>
              <a:t>Clique para editar os estilos</a:t>
            </a:r>
            <a:endParaRPr/>
          </a:p>
        </p:txBody>
      </p:sp>
      <p:sp>
        <p:nvSpPr>
          <p:cNvPr id="1639394694" name="Marcador de Posição d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BR"/>
              <a:t>30.10.2013</a:t>
            </a:fld>
            <a:endParaRPr lang="pt-BR"/>
          </a:p>
        </p:txBody>
      </p:sp>
      <p:sp>
        <p:nvSpPr>
          <p:cNvPr id="265015553" name="Marcador de Posição do Rodapé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755870501" name="Marcador de Posição do Número do Diapositivo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BR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m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869036" name="Títu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pt-BR"/>
              <a:t>Clique para editar o estilo</a:t>
            </a:r>
            <a:endParaRPr lang="pt-BR"/>
          </a:p>
        </p:txBody>
      </p:sp>
      <p:sp>
        <p:nvSpPr>
          <p:cNvPr id="632236456" name="Marcador de Posição da Imagem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pt-BR"/>
              <a:t>Clique no ícone para adicionar imagem</a:t>
            </a:r>
            <a:endParaRPr lang="pt-BR"/>
          </a:p>
        </p:txBody>
      </p:sp>
      <p:sp>
        <p:nvSpPr>
          <p:cNvPr id="1218039134" name="Marcador de Posição do Tex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pt-BR"/>
              <a:t>Clique para editar os estilos</a:t>
            </a:r>
            <a:endParaRPr/>
          </a:p>
        </p:txBody>
      </p:sp>
      <p:sp>
        <p:nvSpPr>
          <p:cNvPr id="614784282" name="Marcador de Posição da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BR"/>
              <a:t>30.10.2013</a:t>
            </a:fld>
            <a:endParaRPr lang="pt-BR"/>
          </a:p>
        </p:txBody>
      </p:sp>
      <p:sp>
        <p:nvSpPr>
          <p:cNvPr id="1297378136" name="Marcador de Posição do Rodapé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653347614" name="Marcador de Posição do Número do Diapositivo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BR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e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278498" name="Títu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estilo</a:t>
            </a:r>
            <a:endParaRPr lang="pt-BR"/>
          </a:p>
        </p:txBody>
      </p:sp>
      <p:sp>
        <p:nvSpPr>
          <p:cNvPr id="1439367130" name="Marcador de Posição de Texto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pt-BR"/>
              <a:t>Clique para editar os estilos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pt-BR"/>
          </a:p>
        </p:txBody>
      </p:sp>
      <p:sp>
        <p:nvSpPr>
          <p:cNvPr id="801427124" name="Marcador de Posição d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BR"/>
              <a:t>30.10.2013</a:t>
            </a:fld>
            <a:endParaRPr lang="pt-BR"/>
          </a:p>
        </p:txBody>
      </p:sp>
      <p:sp>
        <p:nvSpPr>
          <p:cNvPr id="239686764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99199512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BR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ítulo vertical e tex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451140" name="Título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pt-BR"/>
              <a:t>Clique para editar o estilo</a:t>
            </a:r>
            <a:endParaRPr lang="pt-BR"/>
          </a:p>
        </p:txBody>
      </p:sp>
      <p:sp>
        <p:nvSpPr>
          <p:cNvPr id="848744064" name="Marcador de Posição de Texto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pt-BR"/>
              <a:t>Clique para editar os estilos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pt-BR"/>
          </a:p>
        </p:txBody>
      </p:sp>
      <p:sp>
        <p:nvSpPr>
          <p:cNvPr id="2023014674" name="Marcador de Posição da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pt-BR"/>
              <a:t>30.10.2013</a:t>
            </a:fld>
            <a:endParaRPr lang="pt-BR"/>
          </a:p>
        </p:txBody>
      </p:sp>
      <p:sp>
        <p:nvSpPr>
          <p:cNvPr id="1414290896" name="Marcador de Posição do Rodapé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34489500" name="Marcador de Posição do Número do Diapositivo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pt-BR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812381" name="Marcador de Posição do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pt-BR"/>
              <a:t>Clique para editar o estilo</a:t>
            </a:r>
            <a:endParaRPr lang="pt-BR"/>
          </a:p>
        </p:txBody>
      </p:sp>
      <p:sp>
        <p:nvSpPr>
          <p:cNvPr id="540601013" name="Marcador de Posição do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pt-BR"/>
              <a:t>Clique para editar os estilos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pt-BR"/>
          </a:p>
        </p:txBody>
      </p:sp>
      <p:sp>
        <p:nvSpPr>
          <p:cNvPr id="1359594671" name="Marcador de Posição da Dat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pt-BR"/>
              <a:t>30.10.2013</a:t>
            </a:fld>
            <a:endParaRPr lang="pt-BR"/>
          </a:p>
        </p:txBody>
      </p:sp>
      <p:sp>
        <p:nvSpPr>
          <p:cNvPr id="1330377738" name="Marcador de Posição do Rodapé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44518731" name="Marcador de Posição do Número do Diapositivo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pt-BR"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100054" name=""/>
          <p:cNvSpPr/>
          <p:nvPr/>
        </p:nvSpPr>
        <p:spPr bwMode="auto">
          <a:xfrm rot="0" flipH="0" flipV="0">
            <a:off x="3715116" y="552356"/>
            <a:ext cx="594831" cy="37156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>
              <a:lumMod val="50000"/>
              <a:lumOff val="50000"/>
            </a:schemeClr>
          </a:solidFill>
          <a:ln w="12700" cap="flat" cmpd="sng" algn="ctr">
            <a:solidFill>
              <a:schemeClr val="tx1">
                <a:lumMod val="50196"/>
                <a:lumOff val="49804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9347755" name=""/>
          <p:cNvSpPr/>
          <p:nvPr/>
        </p:nvSpPr>
        <p:spPr bwMode="auto">
          <a:xfrm rot="0" flipH="0" flipV="0">
            <a:off x="7839889" y="552356"/>
            <a:ext cx="594831" cy="3715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03859919" name=""/>
          <p:cNvSpPr/>
          <p:nvPr/>
        </p:nvSpPr>
        <p:spPr bwMode="auto">
          <a:xfrm rot="0" flipH="0" flipV="0">
            <a:off x="93192" y="87815"/>
            <a:ext cx="3543829" cy="5931984"/>
          </a:xfrm>
          <a:prstGeom prst="rect">
            <a:avLst/>
          </a:prstGeom>
          <a:noFill/>
          <a:ln w="38100" cap="flat" cmpd="sng" algn="ctr">
            <a:solidFill>
              <a:srgbClr val="B5B5B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9524375" name=""/>
          <p:cNvSpPr/>
          <p:nvPr/>
        </p:nvSpPr>
        <p:spPr bwMode="auto">
          <a:xfrm rot="0" flipH="0" flipV="0">
            <a:off x="93192" y="89572"/>
            <a:ext cx="3543829" cy="882695"/>
          </a:xfrm>
          <a:prstGeom prst="rect">
            <a:avLst/>
          </a:prstGeom>
          <a:solidFill>
            <a:srgbClr val="B5B5B5"/>
          </a:solidFill>
          <a:ln w="38100" cap="flat" cmpd="sng" algn="ctr">
            <a:solidFill>
              <a:srgbClr val="B5B5B5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b="1">
                <a:solidFill>
                  <a:schemeClr val="tx1"/>
                </a:solidFill>
              </a:rPr>
              <a:t>Acessibilidade Típica</a:t>
            </a:r>
            <a:endParaRPr b="1">
              <a:solidFill>
                <a:schemeClr val="tx1"/>
              </a:solidFill>
            </a:endParaRPr>
          </a:p>
        </p:txBody>
      </p:sp>
      <p:grpSp>
        <p:nvGrpSpPr>
          <p:cNvPr id="2053688173" name=""/>
          <p:cNvGrpSpPr/>
          <p:nvPr/>
        </p:nvGrpSpPr>
        <p:grpSpPr bwMode="auto">
          <a:xfrm rot="0" flipH="0" flipV="0">
            <a:off x="443137" y="1519827"/>
            <a:ext cx="2888855" cy="2164794"/>
            <a:chOff x="0" y="0"/>
            <a:chExt cx="2888855" cy="2164794"/>
          </a:xfrm>
        </p:grpSpPr>
        <p:sp>
          <p:nvSpPr>
            <p:cNvPr id="2002015795" name=""/>
            <p:cNvSpPr/>
            <p:nvPr/>
          </p:nvSpPr>
          <p:spPr bwMode="auto">
            <a:xfrm rot="0" flipH="0" flipV="0">
              <a:off x="349664" y="299581"/>
              <a:ext cx="91626" cy="9540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56575511" name=""/>
            <p:cNvSpPr/>
            <p:nvPr/>
          </p:nvSpPr>
          <p:spPr bwMode="auto">
            <a:xfrm rot="0" flipH="0" flipV="0">
              <a:off x="303851" y="1540167"/>
              <a:ext cx="91625" cy="95407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24418032" name=""/>
            <p:cNvSpPr/>
            <p:nvPr/>
          </p:nvSpPr>
          <p:spPr bwMode="auto">
            <a:xfrm rot="0" flipH="0" flipV="0">
              <a:off x="1682368" y="0"/>
              <a:ext cx="91625" cy="95407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9893267" name=""/>
            <p:cNvSpPr/>
            <p:nvPr/>
          </p:nvSpPr>
          <p:spPr bwMode="auto">
            <a:xfrm rot="0" flipH="0" flipV="0">
              <a:off x="2538704" y="669904"/>
              <a:ext cx="91625" cy="95407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81783585" name=""/>
            <p:cNvSpPr/>
            <p:nvPr/>
          </p:nvSpPr>
          <p:spPr bwMode="auto">
            <a:xfrm rot="0" flipH="0" flipV="0">
              <a:off x="588943" y="2069387"/>
              <a:ext cx="91625" cy="95407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33722380" name=""/>
            <p:cNvSpPr/>
            <p:nvPr/>
          </p:nvSpPr>
          <p:spPr bwMode="auto">
            <a:xfrm rot="0" flipH="0" flipV="0">
              <a:off x="1295823" y="1935964"/>
              <a:ext cx="91625" cy="95407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1479926" name=""/>
            <p:cNvSpPr/>
            <p:nvPr/>
          </p:nvSpPr>
          <p:spPr bwMode="auto">
            <a:xfrm rot="0" flipH="0" flipV="0">
              <a:off x="2126856" y="1843122"/>
              <a:ext cx="91625" cy="95407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cxnSp>
          <p:nvCxnSpPr>
            <p:cNvPr id="1407921345" name=""/>
            <p:cNvCxnSpPr>
              <a:stCxn id="1981783585" idx="6"/>
            </p:cNvCxnSpPr>
            <p:nvPr/>
          </p:nvCxnSpPr>
          <p:spPr bwMode="auto">
            <a:xfrm rot="0" flipH="0" flipV="1">
              <a:off x="680568" y="1985296"/>
              <a:ext cx="656021" cy="131794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3110291" name=""/>
            <p:cNvCxnSpPr/>
            <p:nvPr/>
          </p:nvCxnSpPr>
          <p:spPr bwMode="auto">
            <a:xfrm rot="5400000" flipH="1" flipV="0">
              <a:off x="228435" y="1709483"/>
              <a:ext cx="527550" cy="285994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3752253" name=""/>
            <p:cNvSpPr/>
            <p:nvPr/>
          </p:nvSpPr>
          <p:spPr bwMode="auto">
            <a:xfrm rot="0" flipH="0" flipV="0">
              <a:off x="1424954" y="802452"/>
              <a:ext cx="91625" cy="95407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cxnSp>
          <p:nvCxnSpPr>
            <p:cNvPr id="355055108" name=""/>
            <p:cNvCxnSpPr/>
            <p:nvPr/>
          </p:nvCxnSpPr>
          <p:spPr bwMode="auto">
            <a:xfrm rot="5400000" flipH="1" flipV="1">
              <a:off x="1714120" y="1523669"/>
              <a:ext cx="86064" cy="833659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8996450" name=""/>
            <p:cNvSpPr/>
            <p:nvPr/>
          </p:nvSpPr>
          <p:spPr bwMode="auto">
            <a:xfrm rot="0" flipH="0" flipV="0">
              <a:off x="986456" y="1444760"/>
              <a:ext cx="91625" cy="9540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99565337" name=""/>
            <p:cNvSpPr/>
            <p:nvPr/>
          </p:nvSpPr>
          <p:spPr bwMode="auto">
            <a:xfrm rot="0" flipH="0" flipV="0">
              <a:off x="2584517" y="1345896"/>
              <a:ext cx="91625" cy="9540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15743158" name=""/>
            <p:cNvSpPr/>
            <p:nvPr/>
          </p:nvSpPr>
          <p:spPr bwMode="auto">
            <a:xfrm rot="0" flipH="0" flipV="0">
              <a:off x="1991153" y="415708"/>
              <a:ext cx="91625" cy="9540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72883506" name=""/>
            <p:cNvSpPr/>
            <p:nvPr/>
          </p:nvSpPr>
          <p:spPr bwMode="auto">
            <a:xfrm rot="0" flipH="0" flipV="0">
              <a:off x="682430" y="897861"/>
              <a:ext cx="91625" cy="9540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7747498" name=""/>
            <p:cNvSpPr/>
            <p:nvPr/>
          </p:nvSpPr>
          <p:spPr bwMode="auto">
            <a:xfrm rot="0" flipH="0" flipV="0">
              <a:off x="1823417" y="1298192"/>
              <a:ext cx="91625" cy="9540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cxnSp>
          <p:nvCxnSpPr>
            <p:cNvPr id="13043761" name=""/>
            <p:cNvCxnSpPr/>
            <p:nvPr/>
          </p:nvCxnSpPr>
          <p:spPr bwMode="auto">
            <a:xfrm rot="5400000" flipH="0" flipV="0">
              <a:off x="1051952" y="525424"/>
              <a:ext cx="95106" cy="744870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852972" name=""/>
            <p:cNvCxnSpPr/>
            <p:nvPr/>
          </p:nvCxnSpPr>
          <p:spPr bwMode="auto">
            <a:xfrm rot="5400000" flipH="0" flipV="0">
              <a:off x="1374903" y="996891"/>
              <a:ext cx="146105" cy="844574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8409044" name=""/>
            <p:cNvCxnSpPr/>
            <p:nvPr/>
          </p:nvCxnSpPr>
          <p:spPr bwMode="auto">
            <a:xfrm rot="5400000" flipH="1" flipV="0">
              <a:off x="1437325" y="883704"/>
              <a:ext cx="494175" cy="428641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814376" name=""/>
            <p:cNvCxnSpPr>
              <a:endCxn id="1888996450" idx="7"/>
            </p:cNvCxnSpPr>
            <p:nvPr/>
          </p:nvCxnSpPr>
          <p:spPr bwMode="auto">
            <a:xfrm rot="5400000" flipH="0" flipV="0">
              <a:off x="970531" y="944030"/>
              <a:ext cx="608833" cy="420569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3904148" name=""/>
            <p:cNvCxnSpPr/>
            <p:nvPr/>
          </p:nvCxnSpPr>
          <p:spPr bwMode="auto">
            <a:xfrm rot="5400000" flipH="0" flipV="0">
              <a:off x="1550307" y="360738"/>
              <a:ext cx="384308" cy="590871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498859" name=""/>
            <p:cNvCxnSpPr/>
            <p:nvPr/>
          </p:nvCxnSpPr>
          <p:spPr bwMode="auto">
            <a:xfrm rot="5400000" flipH="1" flipV="0">
              <a:off x="1024790" y="382035"/>
              <a:ext cx="542064" cy="390022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4410881" name=""/>
            <p:cNvSpPr/>
            <p:nvPr/>
          </p:nvSpPr>
          <p:spPr bwMode="auto">
            <a:xfrm rot="0" flipH="0" flipV="0">
              <a:off x="1053693" y="251877"/>
              <a:ext cx="91625" cy="95407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cxnSp>
          <p:nvCxnSpPr>
            <p:cNvPr id="108098149" name=""/>
            <p:cNvCxnSpPr/>
            <p:nvPr/>
          </p:nvCxnSpPr>
          <p:spPr bwMode="auto">
            <a:xfrm rot="5400000" flipH="0" flipV="0">
              <a:off x="726493" y="-26906"/>
              <a:ext cx="41995" cy="706253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596453" name=""/>
            <p:cNvCxnSpPr/>
            <p:nvPr/>
          </p:nvCxnSpPr>
          <p:spPr bwMode="auto">
            <a:xfrm rot="5400000" flipH="0" flipV="0">
              <a:off x="1288300" y="-141687"/>
              <a:ext cx="251083" cy="630662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2891425" name=""/>
            <p:cNvCxnSpPr/>
            <p:nvPr/>
          </p:nvCxnSpPr>
          <p:spPr bwMode="auto">
            <a:xfrm rot="5400000" flipH="1" flipV="0">
              <a:off x="1675374" y="100676"/>
              <a:ext cx="414398" cy="309760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9514356" name=""/>
            <p:cNvCxnSpPr/>
            <p:nvPr/>
          </p:nvCxnSpPr>
          <p:spPr bwMode="auto">
            <a:xfrm rot="5400000" flipH="1" flipV="0">
              <a:off x="2184044" y="315869"/>
              <a:ext cx="253394" cy="549282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1953268" name=""/>
            <p:cNvCxnSpPr/>
            <p:nvPr/>
          </p:nvCxnSpPr>
          <p:spPr bwMode="auto">
            <a:xfrm rot="5400000" flipH="0" flipV="0">
              <a:off x="1920392" y="679670"/>
              <a:ext cx="626305" cy="704163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1748992" name=""/>
            <p:cNvCxnSpPr/>
            <p:nvPr/>
          </p:nvCxnSpPr>
          <p:spPr bwMode="auto">
            <a:xfrm rot="5400000" flipH="0" flipV="1">
              <a:off x="2270494" y="1032625"/>
              <a:ext cx="673860" cy="45956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797464" name=""/>
            <p:cNvCxnSpPr/>
            <p:nvPr/>
          </p:nvCxnSpPr>
          <p:spPr bwMode="auto">
            <a:xfrm rot="5400000" flipH="1" flipV="0">
              <a:off x="251831" y="491384"/>
              <a:ext cx="623598" cy="337372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147453" name=""/>
            <p:cNvCxnSpPr/>
            <p:nvPr/>
          </p:nvCxnSpPr>
          <p:spPr bwMode="auto">
            <a:xfrm rot="5400000" flipH="0" flipV="0">
              <a:off x="218813" y="1076830"/>
              <a:ext cx="640281" cy="379775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168732" name=""/>
            <p:cNvCxnSpPr/>
            <p:nvPr/>
          </p:nvCxnSpPr>
          <p:spPr bwMode="auto">
            <a:xfrm rot="5400000" flipH="0" flipV="0">
              <a:off x="654125" y="1187040"/>
              <a:ext cx="95106" cy="706253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8501876" name=""/>
            <p:cNvCxnSpPr>
              <a:stCxn id="1733722380" idx="0"/>
            </p:cNvCxnSpPr>
            <p:nvPr/>
          </p:nvCxnSpPr>
          <p:spPr bwMode="auto">
            <a:xfrm rot="16199998" flipH="0" flipV="1">
              <a:off x="962668" y="1556997"/>
              <a:ext cx="442801" cy="315131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144446" name=""/>
            <p:cNvCxnSpPr/>
            <p:nvPr/>
          </p:nvCxnSpPr>
          <p:spPr bwMode="auto">
            <a:xfrm rot="5400000" flipH="1" flipV="1">
              <a:off x="2159614" y="1406696"/>
              <a:ext cx="483770" cy="459108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155466" name=""/>
            <p:cNvCxnSpPr/>
            <p:nvPr/>
          </p:nvCxnSpPr>
          <p:spPr bwMode="auto">
            <a:xfrm rot="5400000" flipH="1" flipV="0">
              <a:off x="1756015" y="1472854"/>
              <a:ext cx="543211" cy="291012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0596160" name=""/>
            <p:cNvSpPr/>
            <p:nvPr/>
          </p:nvSpPr>
          <p:spPr bwMode="auto">
            <a:xfrm rot="0" flipH="0" flipV="0">
              <a:off x="0" y="923694"/>
              <a:ext cx="91625" cy="95407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cxnSp>
          <p:nvCxnSpPr>
            <p:cNvPr id="166010804" name=""/>
            <p:cNvCxnSpPr>
              <a:stCxn id="1620596160" idx="3"/>
            </p:cNvCxnSpPr>
            <p:nvPr/>
          </p:nvCxnSpPr>
          <p:spPr bwMode="auto">
            <a:xfrm rot="5400000" flipH="1" flipV="1">
              <a:off x="-123653" y="485393"/>
              <a:ext cx="656807" cy="382663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919761" name=""/>
            <p:cNvCxnSpPr/>
            <p:nvPr/>
          </p:nvCxnSpPr>
          <p:spPr bwMode="auto">
            <a:xfrm rot="5400000" flipH="1" flipV="0">
              <a:off x="-113923" y="1122815"/>
              <a:ext cx="623325" cy="304812"/>
            </a:xfrm>
            <a:prstGeom prst="line">
              <a:avLst/>
            </a:prstGeom>
            <a:ln w="28575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56864625" name="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 flipH="0" flipV="0">
              <a:off x="852504" y="1175709"/>
              <a:ext cx="267902" cy="244964"/>
            </a:xfrm>
            <a:prstGeom prst="rect">
              <a:avLst/>
            </a:prstGeom>
          </p:spPr>
        </p:pic>
        <p:pic>
          <p:nvPicPr>
            <p:cNvPr id="187658182" name="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flipH="0" flipV="0">
              <a:off x="2597898" y="1114646"/>
              <a:ext cx="290956" cy="266043"/>
            </a:xfrm>
            <a:prstGeom prst="rect">
              <a:avLst/>
            </a:prstGeom>
          </p:spPr>
        </p:pic>
        <p:pic>
          <p:nvPicPr>
            <p:cNvPr id="716845755" name="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flipH="0" flipV="0">
              <a:off x="1901066" y="137865"/>
              <a:ext cx="290956" cy="266043"/>
            </a:xfrm>
            <a:prstGeom prst="rect">
              <a:avLst/>
            </a:prstGeom>
          </p:spPr>
        </p:pic>
        <p:pic>
          <p:nvPicPr>
            <p:cNvPr id="921785539" name="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flipH="0" flipV="0">
              <a:off x="602013" y="631816"/>
              <a:ext cx="290956" cy="266043"/>
            </a:xfrm>
            <a:prstGeom prst="rect">
              <a:avLst/>
            </a:prstGeom>
          </p:spPr>
        </p:pic>
        <p:pic>
          <p:nvPicPr>
            <p:cNvPr id="712327008" name="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flipH="0" flipV="0">
              <a:off x="1255566" y="1669386"/>
              <a:ext cx="290956" cy="266043"/>
            </a:xfrm>
            <a:prstGeom prst="rect">
              <a:avLst/>
            </a:prstGeom>
          </p:spPr>
        </p:pic>
      </p:grpSp>
      <p:sp>
        <p:nvSpPr>
          <p:cNvPr id="1220888939" name=""/>
          <p:cNvSpPr txBox="1"/>
          <p:nvPr/>
        </p:nvSpPr>
        <p:spPr bwMode="auto">
          <a:xfrm rot="0" flipH="0" flipV="0">
            <a:off x="188442" y="4089077"/>
            <a:ext cx="3545629" cy="1337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61850" indent="-198000">
              <a:lnSpc>
                <a:spcPct val="100000"/>
              </a:lnSpc>
              <a:spcBef>
                <a:spcPts val="0"/>
              </a:spcBef>
              <a:spcAft>
                <a:spcPts val="708"/>
              </a:spcAft>
              <a:buFont typeface="Arial"/>
              <a:buChar char="•"/>
              <a:defRPr/>
            </a:pPr>
            <a:r>
              <a:rPr lang="pt-BR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Cenário de referência</a:t>
            </a:r>
            <a:endParaRPr lang="pt-BR" sz="1600" b="1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50" indent="-198000">
              <a:lnSpc>
                <a:spcPct val="100000"/>
              </a:lnSpc>
              <a:spcBef>
                <a:spcPts val="0"/>
              </a:spcBef>
              <a:spcAft>
                <a:spcPts val="708"/>
              </a:spcAft>
              <a:buFont typeface="Arial"/>
              <a:buChar char="•"/>
              <a:defRPr/>
            </a:pPr>
            <a:r>
              <a:rPr lang="pt-BR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Rede sem perturbações</a:t>
            </a:r>
            <a:endParaRPr lang="pt-BR" sz="1600" b="1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50" indent="-198000">
              <a:lnSpc>
                <a:spcPct val="100000"/>
              </a:lnSpc>
              <a:spcBef>
                <a:spcPts val="0"/>
              </a:spcBef>
              <a:spcAft>
                <a:spcPts val="708"/>
              </a:spcAft>
              <a:buFont typeface="Arial"/>
              <a:buChar char="•"/>
              <a:defRPr/>
            </a:pPr>
            <a:r>
              <a:rPr lang="pt-BR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Condições climáticas típicas</a:t>
            </a:r>
            <a:endParaRPr sz="1600" b="1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50" indent="-198000">
              <a:lnSpc>
                <a:spcPct val="100000"/>
              </a:lnSpc>
              <a:spcBef>
                <a:spcPts val="0"/>
              </a:spcBef>
              <a:spcAft>
                <a:spcPts val="708"/>
              </a:spcAft>
              <a:buFont typeface="Arial"/>
              <a:buChar char="•"/>
              <a:defRPr/>
            </a:pPr>
            <a:r>
              <a:rPr lang="pt-BR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Tempo médio de acesso: </a:t>
            </a:r>
            <a:r>
              <a:rPr lang="pt-BR" sz="1600" b="1" i="0" u="none" strike="noStrike" cap="none" spc="0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T</a:t>
            </a:r>
            <a:endParaRPr sz="1600" b="1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697715128" name=""/>
          <p:cNvGrpSpPr/>
          <p:nvPr/>
        </p:nvGrpSpPr>
        <p:grpSpPr bwMode="auto">
          <a:xfrm rot="0" flipH="0" flipV="0">
            <a:off x="8499480" y="79719"/>
            <a:ext cx="3613824" cy="5931984"/>
            <a:chOff x="0" y="0"/>
            <a:chExt cx="3613824" cy="5931984"/>
          </a:xfrm>
        </p:grpSpPr>
        <p:sp>
          <p:nvSpPr>
            <p:cNvPr id="508338274" name=""/>
            <p:cNvSpPr/>
            <p:nvPr/>
          </p:nvSpPr>
          <p:spPr bwMode="auto">
            <a:xfrm rot="0" flipH="0" flipV="0">
              <a:off x="0" y="0"/>
              <a:ext cx="3613824" cy="5931984"/>
            </a:xfrm>
            <a:prstGeom prst="rect">
              <a:avLst/>
            </a:prstGeom>
            <a:noFill/>
            <a:ln w="38100" cap="flat" cmpd="sng" algn="ctr">
              <a:solidFill>
                <a:srgbClr val="BA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98854542" name=""/>
            <p:cNvSpPr/>
            <p:nvPr/>
          </p:nvSpPr>
          <p:spPr bwMode="auto">
            <a:xfrm rot="0" flipH="0" flipV="0">
              <a:off x="0" y="0"/>
              <a:ext cx="3613824" cy="1028828"/>
            </a:xfrm>
            <a:prstGeom prst="rect">
              <a:avLst/>
            </a:prstGeom>
            <a:solidFill>
              <a:srgbClr val="BA0000"/>
            </a:solidFill>
            <a:ln w="38100" cap="flat" cmpd="sng" algn="ctr">
              <a:solidFill>
                <a:srgbClr val="BA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r>
                <a:rPr b="1">
                  <a:solidFill>
                    <a:schemeClr val="bg1"/>
                  </a:solidFill>
                </a:rPr>
                <a:t>Acessibilidade Condicionada</a:t>
              </a:r>
              <a:endParaRPr b="1">
                <a:solidFill>
                  <a:schemeClr val="bg1"/>
                </a:solidFill>
              </a:endParaRPr>
            </a:p>
          </p:txBody>
        </p:sp>
      </p:grpSp>
      <p:sp>
        <p:nvSpPr>
          <p:cNvPr id="1493154094" name=""/>
          <p:cNvSpPr txBox="1"/>
          <p:nvPr/>
        </p:nvSpPr>
        <p:spPr bwMode="auto">
          <a:xfrm rot="0" flipH="0" flipV="0">
            <a:off x="8499480" y="4087712"/>
            <a:ext cx="3614904" cy="158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61850" indent="-198000">
              <a:lnSpc>
                <a:spcPct val="100000"/>
              </a:lnSpc>
              <a:spcBef>
                <a:spcPts val="0"/>
              </a:spcBef>
              <a:spcAft>
                <a:spcPts val="708"/>
              </a:spcAft>
              <a:buFont typeface="Arial"/>
              <a:buChar char="•"/>
              <a:defRPr/>
            </a:pPr>
            <a:r>
              <a:rPr lang="pt-BR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Rede penalizada por eventos climáticos</a:t>
            </a:r>
            <a:endParaRPr sz="1600" b="1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50" indent="-198000">
              <a:lnSpc>
                <a:spcPct val="100000"/>
              </a:lnSpc>
              <a:spcBef>
                <a:spcPts val="0"/>
              </a:spcBef>
              <a:spcAft>
                <a:spcPts val="708"/>
              </a:spcAft>
              <a:buFont typeface="Arial"/>
              <a:buChar char="•"/>
              <a:defRPr/>
            </a:pPr>
            <a:r>
              <a:rPr lang="pt-BR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Tempo médio de acesso: </a:t>
            </a:r>
            <a:r>
              <a:rPr lang="pt-BR" sz="1600" b="1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T + Δ</a:t>
            </a:r>
            <a:r>
              <a:rPr lang="pt-BR" sz="1600" b="1" i="0" u="none" strike="noStrike" cap="none" spc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endParaRPr sz="1600" b="1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50" indent="-198000">
              <a:lnSpc>
                <a:spcPct val="100000"/>
              </a:lnSpc>
              <a:spcBef>
                <a:spcPts val="0"/>
              </a:spcBef>
              <a:spcAft>
                <a:spcPts val="708"/>
              </a:spcAft>
              <a:buFont typeface="Arial"/>
              <a:buChar char="•"/>
              <a:defRPr/>
            </a:pPr>
            <a:r>
              <a:rPr lang="pt-BR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Redução da acessibilidade</a:t>
            </a:r>
            <a:endParaRPr sz="1600" b="1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50" indent="-198000">
              <a:lnSpc>
                <a:spcPct val="100000"/>
              </a:lnSpc>
              <a:spcBef>
                <a:spcPts val="0"/>
              </a:spcBef>
              <a:spcAft>
                <a:spcPts val="708"/>
              </a:spcAft>
              <a:buFont typeface="Arial"/>
              <a:buChar char="•"/>
              <a:defRPr/>
            </a:pPr>
            <a:r>
              <a:rPr lang="pt-BR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Impactos distintos no território</a:t>
            </a:r>
            <a:endParaRPr lang="pt-BR" sz="1600" b="1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72753108" name=""/>
          <p:cNvSpPr/>
          <p:nvPr/>
        </p:nvSpPr>
        <p:spPr bwMode="auto">
          <a:xfrm rot="5399999" flipH="0" flipV="0">
            <a:off x="5812301" y="1471366"/>
            <a:ext cx="513728" cy="353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A0000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1751021" name=""/>
          <p:cNvSpPr/>
          <p:nvPr/>
        </p:nvSpPr>
        <p:spPr bwMode="auto">
          <a:xfrm rot="0" flipH="0" flipV="0">
            <a:off x="4340378" y="1950530"/>
            <a:ext cx="3457575" cy="866774"/>
          </a:xfrm>
          <a:prstGeom prst="roundRect">
            <a:avLst>
              <a:gd name="adj" fmla="val 16667"/>
            </a:avLst>
          </a:prstGeom>
          <a:noFill/>
          <a:ln w="38100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pt-BR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Modelagem da Penalização da Rede</a:t>
            </a:r>
            <a:r>
              <a:rPr lang="pt-BR" sz="18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de Deslocamentos</a:t>
            </a:r>
            <a:endParaRPr/>
          </a:p>
        </p:txBody>
      </p:sp>
      <p:sp>
        <p:nvSpPr>
          <p:cNvPr id="2090184274" name=""/>
          <p:cNvSpPr/>
          <p:nvPr/>
        </p:nvSpPr>
        <p:spPr bwMode="auto">
          <a:xfrm rot="5399999" flipH="0" flipV="0">
            <a:off x="5799519" y="2969843"/>
            <a:ext cx="539292" cy="37156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solidFill>
              <a:schemeClr val="tx1">
                <a:lumMod val="50196"/>
                <a:lumOff val="49804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89821538" name=""/>
          <p:cNvGrpSpPr/>
          <p:nvPr/>
        </p:nvGrpSpPr>
        <p:grpSpPr bwMode="auto">
          <a:xfrm rot="0" flipH="0" flipV="0">
            <a:off x="4357072" y="87815"/>
            <a:ext cx="3424186" cy="1244416"/>
            <a:chOff x="0" y="0"/>
            <a:chExt cx="3424186" cy="1244416"/>
          </a:xfrm>
        </p:grpSpPr>
        <p:sp>
          <p:nvSpPr>
            <p:cNvPr id="1243345270" name=""/>
            <p:cNvSpPr/>
            <p:nvPr/>
          </p:nvSpPr>
          <p:spPr bwMode="auto">
            <a:xfrm rot="0" flipH="0" flipV="0">
              <a:off x="0" y="0"/>
              <a:ext cx="3424186" cy="1244416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/>
            <a:p>
              <a:pPr algn="ctr">
                <a:lnSpc>
                  <a:spcPct val="100000"/>
                </a:lnSpc>
                <a:spcBef>
                  <a:spcPts val="113385"/>
                </a:spcBef>
                <a:spcAft>
                  <a:spcPts val="0"/>
                </a:spcAft>
                <a:defRPr/>
              </a:pPr>
              <a:r>
                <a:rPr b="1"/>
                <a:t>Condicionantes Climáticas</a:t>
              </a:r>
              <a:endParaRPr b="1"/>
            </a:p>
          </p:txBody>
        </p:sp>
        <p:pic>
          <p:nvPicPr>
            <p:cNvPr id="2123779233" name=""/>
            <p:cNvPicPr>
              <a:picLocks noChangeAspect="1"/>
            </p:cNvPicPr>
            <p:nvPr/>
          </p:nvPicPr>
          <p:blipFill rotWithShape="1">
            <a:blip r:embed="rId5"/>
            <a:stretch/>
          </p:blipFill>
          <p:spPr bwMode="auto">
            <a:xfrm rot="0" flipH="0" flipV="0">
              <a:off x="229195" y="577488"/>
              <a:ext cx="444906" cy="444906"/>
            </a:xfrm>
            <a:prstGeom prst="rect">
              <a:avLst/>
            </a:prstGeom>
          </p:spPr>
        </p:pic>
        <p:pic>
          <p:nvPicPr>
            <p:cNvPr id="468895012" name="Imagem 118967023"/>
            <p:cNvPicPr>
              <a:picLocks noChangeAspect="1"/>
            </p:cNvPicPr>
            <p:nvPr/>
          </p:nvPicPr>
          <p:blipFill rotWithShape="1">
            <a:blip r:embed="rId6"/>
            <a:stretch/>
          </p:blipFill>
          <p:spPr bwMode="auto">
            <a:xfrm rot="0" flipH="0" flipV="0">
              <a:off x="826578" y="561598"/>
              <a:ext cx="476686" cy="476686"/>
            </a:xfrm>
            <a:prstGeom prst="rect">
              <a:avLst/>
            </a:prstGeom>
          </p:spPr>
        </p:pic>
        <p:pic>
          <p:nvPicPr>
            <p:cNvPr id="1548807311" name=""/>
            <p:cNvPicPr>
              <a:picLocks noChangeAspect="1"/>
            </p:cNvPicPr>
            <p:nvPr/>
          </p:nvPicPr>
          <p:blipFill rotWithShape="1">
            <a:blip r:embed="rId7"/>
            <a:stretch/>
          </p:blipFill>
          <p:spPr bwMode="auto">
            <a:xfrm rot="0" flipH="0" flipV="0">
              <a:off x="1455739" y="585433"/>
              <a:ext cx="429018" cy="429018"/>
            </a:xfrm>
            <a:prstGeom prst="rect">
              <a:avLst/>
            </a:prstGeom>
          </p:spPr>
        </p:pic>
        <p:pic>
          <p:nvPicPr>
            <p:cNvPr id="171748120" name=""/>
            <p:cNvPicPr>
              <a:picLocks noChangeAspect="1"/>
            </p:cNvPicPr>
            <p:nvPr/>
          </p:nvPicPr>
          <p:blipFill rotWithShape="1">
            <a:blip r:embed="rId8"/>
            <a:stretch/>
          </p:blipFill>
          <p:spPr bwMode="auto">
            <a:xfrm rot="0" flipH="0" flipV="0">
              <a:off x="2037231" y="529819"/>
              <a:ext cx="540245" cy="540245"/>
            </a:xfrm>
            <a:prstGeom prst="rect">
              <a:avLst/>
            </a:prstGeom>
          </p:spPr>
        </p:pic>
        <p:pic>
          <p:nvPicPr>
            <p:cNvPr id="944175521" name=""/>
            <p:cNvPicPr>
              <a:picLocks noChangeAspect="1"/>
            </p:cNvPicPr>
            <p:nvPr/>
          </p:nvPicPr>
          <p:blipFill rotWithShape="1">
            <a:blip r:embed="rId9"/>
            <a:stretch/>
          </p:blipFill>
          <p:spPr bwMode="auto">
            <a:xfrm rot="0" flipH="0" flipV="0">
              <a:off x="2729951" y="577488"/>
              <a:ext cx="444906" cy="444906"/>
            </a:xfrm>
            <a:prstGeom prst="rect">
              <a:avLst/>
            </a:prstGeom>
          </p:spPr>
        </p:pic>
      </p:grpSp>
      <p:grpSp>
        <p:nvGrpSpPr>
          <p:cNvPr id="1025570006" name=""/>
          <p:cNvGrpSpPr/>
          <p:nvPr/>
        </p:nvGrpSpPr>
        <p:grpSpPr bwMode="auto">
          <a:xfrm rot="0" flipH="0" flipV="0">
            <a:off x="4309948" y="3453849"/>
            <a:ext cx="3529942" cy="2681545"/>
            <a:chOff x="0" y="0"/>
            <a:chExt cx="3529942" cy="2681545"/>
          </a:xfrm>
        </p:grpSpPr>
        <p:sp>
          <p:nvSpPr>
            <p:cNvPr id="2001695621" name=""/>
            <p:cNvSpPr/>
            <p:nvPr/>
          </p:nvSpPr>
          <p:spPr bwMode="auto">
            <a:xfrm rot="0" flipH="0" flipV="0">
              <a:off x="0" y="0"/>
              <a:ext cx="3529942" cy="256595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 cap="flat" cmpd="sng" algn="ctr">
              <a:solidFill>
                <a:schemeClr val="tx1">
                  <a:lumMod val="65098"/>
                  <a:lumOff val="34902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lIns="91440" tIns="126000" rIns="91440" bIns="45720" numCol="1" spcCol="0" rtlCol="0" fromWordArt="0" anchor="t" anchorCtr="0" forceAA="0" upright="0" compatLnSpc="0"/>
            <a:p>
              <a:pPr algn="ctr">
                <a:lnSpc>
                  <a:spcPct val="100000"/>
                </a:lnSpc>
                <a:spcBef>
                  <a:spcPts val="2834"/>
                </a:spcBef>
                <a:spcAft>
                  <a:spcPts val="5669"/>
                </a:spcAft>
                <a:defRPr/>
              </a:pPr>
              <a:r>
                <a:rPr b="1"/>
                <a:t>Impactos na Mobilidade</a:t>
              </a:r>
              <a:endParaRPr b="1"/>
            </a:p>
          </p:txBody>
        </p:sp>
        <p:sp>
          <p:nvSpPr>
            <p:cNvPr id="1838418446" name=""/>
            <p:cNvSpPr txBox="1"/>
            <p:nvPr/>
          </p:nvSpPr>
          <p:spPr bwMode="auto">
            <a:xfrm rot="0" flipH="0" flipV="0">
              <a:off x="101101" y="522865"/>
              <a:ext cx="3240299" cy="215867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marL="261850" indent="-198000">
                <a:lnSpc>
                  <a:spcPct val="100000"/>
                </a:lnSpc>
                <a:spcBef>
                  <a:spcPts val="0"/>
                </a:spcBef>
                <a:spcAft>
                  <a:spcPts val="708"/>
                </a:spcAft>
                <a:buFont typeface="Arial"/>
                <a:buChar char="•"/>
                <a:defRPr/>
              </a:pPr>
              <a:r>
                <a:rPr lang="pt-BR" sz="1600" b="0" i="0" u="none" strike="noStrike" cap="none" spc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Redução da velocidade</a:t>
              </a:r>
              <a:r>
                <a:rPr lang="pt-BR" sz="1600" b="0" i="0" u="none" strike="noStrike" cap="none" spc="0">
                  <a:solidFill>
                    <a:schemeClr val="bg1"/>
                  </a:solidFill>
                  <a:latin typeface="Arial"/>
                  <a:cs typeface="Arial"/>
                </a:rPr>
                <a:t> de deslocamento</a:t>
              </a:r>
              <a:endParaRPr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  <a:p>
              <a:pPr marL="261850" indent="-198000">
                <a:lnSpc>
                  <a:spcPct val="100000"/>
                </a:lnSpc>
                <a:spcBef>
                  <a:spcPts val="0"/>
                </a:spcBef>
                <a:spcAft>
                  <a:spcPts val="708"/>
                </a:spcAft>
                <a:buFont typeface="Arial"/>
                <a:buChar char="•"/>
                <a:defRPr/>
              </a:pPr>
              <a:r>
                <a:rPr lang="pt-BR" sz="1600" b="0" i="0" u="none" strike="noStrike" cap="none" spc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Redução da conectividade da rede</a:t>
              </a:r>
              <a:endParaRPr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  <a:p>
              <a:pPr marL="261850" indent="-198000">
                <a:lnSpc>
                  <a:spcPct val="100000"/>
                </a:lnSpc>
                <a:spcBef>
                  <a:spcPts val="0"/>
                </a:spcBef>
                <a:spcAft>
                  <a:spcPts val="708"/>
                </a:spcAft>
                <a:buFont typeface="Arial"/>
                <a:buChar char="•"/>
                <a:defRPr/>
              </a:pPr>
              <a:r>
                <a:rPr lang="pt-BR" sz="1600" b="0" i="0" u="none" strike="noStrike" cap="none" spc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Aumento da distância efetiva</a:t>
              </a:r>
              <a:endParaRPr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  <a:p>
              <a:pPr marL="261850" indent="-198000">
                <a:lnSpc>
                  <a:spcPct val="100000"/>
                </a:lnSpc>
                <a:spcBef>
                  <a:spcPts val="0"/>
                </a:spcBef>
                <a:spcAft>
                  <a:spcPts val="708"/>
                </a:spcAft>
                <a:buFont typeface="Arial"/>
                <a:buChar char="•"/>
                <a:defRPr/>
              </a:pPr>
              <a:r>
                <a:rPr lang="pt-BR" sz="1600" b="0" i="0" u="none" strike="noStrike" cap="none" spc="0">
                  <a:solidFill>
                    <a:schemeClr val="bg1"/>
                  </a:solidFill>
                  <a:latin typeface="Arial"/>
                  <a:ea typeface="Arial"/>
                  <a:cs typeface="Arial"/>
                </a:rPr>
                <a:t>Aumento do esforço percebido</a:t>
              </a:r>
              <a:endParaRPr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  <a:p>
              <a:pPr marL="261850" indent="-198000">
                <a:lnSpc>
                  <a:spcPct val="100000"/>
                </a:lnSpc>
                <a:spcBef>
                  <a:spcPts val="0"/>
                </a:spcBef>
                <a:spcAft>
                  <a:spcPts val="708"/>
                </a:spcAft>
                <a:buFont typeface="Arial"/>
                <a:buChar char="•"/>
                <a:defRPr/>
              </a:pPr>
              <a:endParaRPr sz="16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endParaRPr>
            </a:p>
          </p:txBody>
        </p:sp>
      </p:grpSp>
      <p:cxnSp>
        <p:nvCxnSpPr>
          <p:cNvPr id="601337561" name=""/>
          <p:cNvCxnSpPr/>
          <p:nvPr/>
        </p:nvCxnSpPr>
        <p:spPr bwMode="auto">
          <a:xfrm rot="5400000" flipH="1" flipV="0">
            <a:off x="9083453" y="3228049"/>
            <a:ext cx="695582" cy="142996"/>
          </a:xfrm>
          <a:prstGeom prst="line">
            <a:avLst/>
          </a:prstGeom>
          <a:ln w="28575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0051441" name=""/>
          <p:cNvCxnSpPr/>
          <p:nvPr/>
        </p:nvCxnSpPr>
        <p:spPr bwMode="auto">
          <a:xfrm rot="0" flipH="0" flipV="0">
            <a:off x="10207858" y="3510078"/>
            <a:ext cx="924606" cy="185798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ys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8065092" name=""/>
          <p:cNvCxnSpPr/>
          <p:nvPr/>
        </p:nvCxnSpPr>
        <p:spPr bwMode="auto">
          <a:xfrm rot="5400000" flipH="0" flipV="0">
            <a:off x="9919486" y="2056508"/>
            <a:ext cx="95106" cy="744870"/>
          </a:xfrm>
          <a:prstGeom prst="line">
            <a:avLst/>
          </a:prstGeom>
          <a:ln w="28575" cap="flat" cmpd="sng" algn="ctr">
            <a:solidFill>
              <a:srgbClr val="BA0000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968234" name=""/>
          <p:cNvCxnSpPr/>
          <p:nvPr/>
        </p:nvCxnSpPr>
        <p:spPr bwMode="auto">
          <a:xfrm rot="5400000" flipH="0" flipV="0">
            <a:off x="10367337" y="2402063"/>
            <a:ext cx="146103" cy="1094369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990804" name=""/>
          <p:cNvCxnSpPr/>
          <p:nvPr/>
        </p:nvCxnSpPr>
        <p:spPr bwMode="auto">
          <a:xfrm rot="5400000" flipH="1" flipV="0">
            <a:off x="10413132" y="2306517"/>
            <a:ext cx="494174" cy="645184"/>
          </a:xfrm>
          <a:prstGeom prst="line">
            <a:avLst/>
          </a:prstGeom>
          <a:ln w="28575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6729688" name=""/>
          <p:cNvCxnSpPr/>
          <p:nvPr/>
        </p:nvCxnSpPr>
        <p:spPr bwMode="auto">
          <a:xfrm rot="5400000" flipH="0" flipV="0">
            <a:off x="9838067" y="2475113"/>
            <a:ext cx="608833" cy="420568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2262128" name=""/>
          <p:cNvCxnSpPr>
            <a:stCxn id="542480961" idx="3"/>
          </p:cNvCxnSpPr>
          <p:nvPr/>
        </p:nvCxnSpPr>
        <p:spPr bwMode="auto">
          <a:xfrm rot="5400000" flipH="0" flipV="0">
            <a:off x="10456463" y="1796939"/>
            <a:ext cx="440568" cy="724371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7239650" name=""/>
          <p:cNvCxnSpPr/>
          <p:nvPr/>
        </p:nvCxnSpPr>
        <p:spPr bwMode="auto">
          <a:xfrm rot="5400000" flipH="1" flipV="0">
            <a:off x="9892325" y="1913119"/>
            <a:ext cx="542064" cy="390022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2400634" name=""/>
          <p:cNvCxnSpPr/>
          <p:nvPr/>
        </p:nvCxnSpPr>
        <p:spPr bwMode="auto">
          <a:xfrm rot="5400000" flipH="1" flipV="0">
            <a:off x="9348252" y="1216407"/>
            <a:ext cx="397222" cy="842578"/>
          </a:xfrm>
          <a:prstGeom prst="line">
            <a:avLst/>
          </a:prstGeom>
          <a:ln w="28575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558573" name=""/>
          <p:cNvCxnSpPr/>
          <p:nvPr/>
        </p:nvCxnSpPr>
        <p:spPr bwMode="auto">
          <a:xfrm rot="16199999" flipH="1" flipV="1">
            <a:off x="10175271" y="1100722"/>
            <a:ext cx="520322" cy="938771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ys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7488477" name=""/>
          <p:cNvCxnSpPr>
            <a:stCxn id="542480961" idx="4"/>
          </p:cNvCxnSpPr>
          <p:nvPr/>
        </p:nvCxnSpPr>
        <p:spPr bwMode="auto">
          <a:xfrm rot="5400000" flipH="1" flipV="0">
            <a:off x="10685904" y="1567389"/>
            <a:ext cx="604507" cy="166338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6995365" name=""/>
          <p:cNvCxnSpPr>
            <a:endCxn id="542480961" idx="3"/>
          </p:cNvCxnSpPr>
          <p:nvPr/>
        </p:nvCxnSpPr>
        <p:spPr bwMode="auto">
          <a:xfrm rot="10800000" flipH="0" flipV="0">
            <a:off x="11038933" y="1938840"/>
            <a:ext cx="588158" cy="135048"/>
          </a:xfrm>
          <a:prstGeom prst="line">
            <a:avLst/>
          </a:prstGeom>
          <a:ln w="28575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1128044" name=""/>
          <p:cNvCxnSpPr/>
          <p:nvPr/>
        </p:nvCxnSpPr>
        <p:spPr bwMode="auto">
          <a:xfrm rot="5400000" flipH="0" flipV="0">
            <a:off x="10936116" y="2144398"/>
            <a:ext cx="791116" cy="650098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ys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6099372" name=""/>
          <p:cNvCxnSpPr/>
          <p:nvPr/>
        </p:nvCxnSpPr>
        <p:spPr bwMode="auto">
          <a:xfrm rot="5400000" flipH="0" flipV="1">
            <a:off x="11242825" y="2487787"/>
            <a:ext cx="973273" cy="145477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626111" name=""/>
          <p:cNvCxnSpPr/>
          <p:nvPr/>
        </p:nvCxnSpPr>
        <p:spPr bwMode="auto">
          <a:xfrm rot="5400000" flipH="1" flipV="0">
            <a:off x="8830780" y="1733879"/>
            <a:ext cx="1063866" cy="474277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ys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1466567" name=""/>
          <p:cNvCxnSpPr/>
          <p:nvPr/>
        </p:nvCxnSpPr>
        <p:spPr bwMode="auto">
          <a:xfrm rot="5400000" flipH="0" flipV="0">
            <a:off x="9241014" y="2596393"/>
            <a:ext cx="474095" cy="236630"/>
          </a:xfrm>
          <a:prstGeom prst="line">
            <a:avLst/>
          </a:prstGeom>
          <a:ln w="28575" cap="flat" cmpd="sng" algn="ctr">
            <a:solidFill>
              <a:srgbClr val="BA0000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3476970" name=""/>
          <p:cNvCxnSpPr/>
          <p:nvPr/>
        </p:nvCxnSpPr>
        <p:spPr bwMode="auto">
          <a:xfrm rot="5400000" flipH="1" flipV="0">
            <a:off x="9605073" y="2706430"/>
            <a:ext cx="71940" cy="562593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ysDash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378124" name=""/>
          <p:cNvCxnSpPr/>
          <p:nvPr/>
        </p:nvCxnSpPr>
        <p:spPr bwMode="auto">
          <a:xfrm rot="16199998" flipH="0" flipV="1">
            <a:off x="9830204" y="3088080"/>
            <a:ext cx="442800" cy="315131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4666489" name=""/>
          <p:cNvCxnSpPr/>
          <p:nvPr/>
        </p:nvCxnSpPr>
        <p:spPr bwMode="auto">
          <a:xfrm rot="5400000" flipH="1" flipV="1">
            <a:off x="11136038" y="3020674"/>
            <a:ext cx="662590" cy="669736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3025705" name=""/>
          <p:cNvCxnSpPr/>
          <p:nvPr/>
        </p:nvCxnSpPr>
        <p:spPr bwMode="auto">
          <a:xfrm rot="5400000" flipH="1" flipV="0">
            <a:off x="10646238" y="3209650"/>
            <a:ext cx="818038" cy="154415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6234683" name=""/>
          <p:cNvCxnSpPr/>
          <p:nvPr/>
        </p:nvCxnSpPr>
        <p:spPr bwMode="auto">
          <a:xfrm rot="5400000" flipH="1" flipV="1">
            <a:off x="8454701" y="1865340"/>
            <a:ext cx="1097127" cy="244618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154108" name=""/>
          <p:cNvCxnSpPr/>
          <p:nvPr/>
        </p:nvCxnSpPr>
        <p:spPr bwMode="auto">
          <a:xfrm rot="5400000" flipH="1" flipV="0">
            <a:off x="8908499" y="2499014"/>
            <a:ext cx="455618" cy="446874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31866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9720040" y="2706793"/>
            <a:ext cx="267902" cy="244963"/>
          </a:xfrm>
          <a:prstGeom prst="rect">
            <a:avLst/>
          </a:prstGeom>
        </p:spPr>
      </p:pic>
      <p:pic>
        <p:nvPicPr>
          <p:cNvPr id="163782146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0" flipH="0" flipV="0">
            <a:off x="11702535" y="2723771"/>
            <a:ext cx="290956" cy="266043"/>
          </a:xfrm>
          <a:prstGeom prst="rect">
            <a:avLst/>
          </a:prstGeom>
        </p:spPr>
      </p:pic>
      <p:pic>
        <p:nvPicPr>
          <p:cNvPr id="125822553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0" flipH="0" flipV="0">
            <a:off x="11040718" y="1668949"/>
            <a:ext cx="290956" cy="266043"/>
          </a:xfrm>
          <a:prstGeom prst="rect">
            <a:avLst/>
          </a:prstGeom>
        </p:spPr>
      </p:pic>
      <p:pic>
        <p:nvPicPr>
          <p:cNvPr id="45645844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0" flipH="0" flipV="0">
            <a:off x="9469548" y="2162899"/>
            <a:ext cx="290956" cy="266043"/>
          </a:xfrm>
          <a:prstGeom prst="rect">
            <a:avLst/>
          </a:prstGeom>
        </p:spPr>
      </p:pic>
      <p:pic>
        <p:nvPicPr>
          <p:cNvPr id="164798517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0" flipH="0" flipV="0">
            <a:off x="10123102" y="3200469"/>
            <a:ext cx="290956" cy="266043"/>
          </a:xfrm>
          <a:prstGeom prst="rect">
            <a:avLst/>
          </a:prstGeom>
        </p:spPr>
      </p:pic>
      <p:sp>
        <p:nvSpPr>
          <p:cNvPr id="1691949128" name=""/>
          <p:cNvSpPr/>
          <p:nvPr/>
        </p:nvSpPr>
        <p:spPr bwMode="auto">
          <a:xfrm rot="0" flipH="0" flipV="0">
            <a:off x="9456478" y="3600470"/>
            <a:ext cx="91624" cy="95407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573476461" name=""/>
          <p:cNvCxnSpPr/>
          <p:nvPr/>
        </p:nvCxnSpPr>
        <p:spPr bwMode="auto">
          <a:xfrm rot="0" flipH="0" flipV="1">
            <a:off x="9548104" y="3516380"/>
            <a:ext cx="656021" cy="131793"/>
          </a:xfrm>
          <a:prstGeom prst="line">
            <a:avLst/>
          </a:prstGeom>
          <a:ln w="28575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9817634" name=""/>
          <p:cNvSpPr/>
          <p:nvPr/>
        </p:nvSpPr>
        <p:spPr bwMode="auto">
          <a:xfrm rot="0" flipH="0" flipV="0">
            <a:off x="11086653" y="3648174"/>
            <a:ext cx="91624" cy="95407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3001526" name=""/>
          <p:cNvSpPr/>
          <p:nvPr/>
        </p:nvSpPr>
        <p:spPr bwMode="auto">
          <a:xfrm rot="0" flipH="0" flipV="0">
            <a:off x="11756389" y="2999460"/>
            <a:ext cx="91624" cy="9540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7016949" name=""/>
          <p:cNvSpPr/>
          <p:nvPr/>
        </p:nvSpPr>
        <p:spPr bwMode="auto">
          <a:xfrm rot="0" flipH="0" flipV="0">
            <a:off x="11610911" y="2026186"/>
            <a:ext cx="91624" cy="95407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6104657" name=""/>
          <p:cNvSpPr/>
          <p:nvPr/>
        </p:nvSpPr>
        <p:spPr bwMode="auto">
          <a:xfrm rot="0" flipH="0" flipV="0">
            <a:off x="10933891" y="2833726"/>
            <a:ext cx="91624" cy="9540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40354331" name=""/>
          <p:cNvSpPr/>
          <p:nvPr/>
        </p:nvSpPr>
        <p:spPr bwMode="auto">
          <a:xfrm rot="0" flipH="0" flipV="0">
            <a:off x="9079761" y="1391381"/>
            <a:ext cx="91625" cy="9540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4762096" name=""/>
          <p:cNvSpPr/>
          <p:nvPr/>
        </p:nvSpPr>
        <p:spPr bwMode="auto">
          <a:xfrm rot="0" flipH="0" flipV="0">
            <a:off x="8867536" y="2454777"/>
            <a:ext cx="91624" cy="95407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8074997" name=""/>
          <p:cNvSpPr/>
          <p:nvPr/>
        </p:nvSpPr>
        <p:spPr bwMode="auto">
          <a:xfrm rot="0" flipH="0" flipV="0">
            <a:off x="9313934" y="2904053"/>
            <a:ext cx="91624" cy="95407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92488592" name=""/>
          <p:cNvSpPr/>
          <p:nvPr/>
        </p:nvSpPr>
        <p:spPr bwMode="auto">
          <a:xfrm rot="0" flipH="0" flipV="0">
            <a:off x="9853992" y="2975843"/>
            <a:ext cx="91624" cy="9540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6748309" name=""/>
          <p:cNvSpPr/>
          <p:nvPr/>
        </p:nvSpPr>
        <p:spPr bwMode="auto">
          <a:xfrm rot="0" flipH="0" flipV="0">
            <a:off x="9549966" y="2428944"/>
            <a:ext cx="91624" cy="9540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6894504" name=""/>
          <p:cNvSpPr/>
          <p:nvPr/>
        </p:nvSpPr>
        <p:spPr bwMode="auto">
          <a:xfrm rot="0" flipH="0" flipV="0">
            <a:off x="9921227" y="1782960"/>
            <a:ext cx="91624" cy="95407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8714132" name=""/>
          <p:cNvSpPr/>
          <p:nvPr/>
        </p:nvSpPr>
        <p:spPr bwMode="auto">
          <a:xfrm rot="0" flipH="0" flipV="0">
            <a:off x="10292490" y="2333536"/>
            <a:ext cx="91624" cy="95407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2480961" name=""/>
          <p:cNvSpPr/>
          <p:nvPr/>
        </p:nvSpPr>
        <p:spPr bwMode="auto">
          <a:xfrm rot="0" flipH="0" flipV="0">
            <a:off x="11020502" y="1867433"/>
            <a:ext cx="91624" cy="95406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957922" name=""/>
          <p:cNvSpPr/>
          <p:nvPr/>
        </p:nvSpPr>
        <p:spPr bwMode="auto">
          <a:xfrm rot="0" flipH="0" flipV="0">
            <a:off x="10163359" y="3467048"/>
            <a:ext cx="91624" cy="95407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957922" name=""/>
          <p:cNvSpPr/>
          <p:nvPr/>
        </p:nvSpPr>
        <p:spPr bwMode="auto">
          <a:xfrm rot="0" flipH="0" flipV="0">
            <a:off x="10163359" y="3467048"/>
            <a:ext cx="91624" cy="95407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1147054" name=""/>
          <p:cNvSpPr/>
          <p:nvPr/>
        </p:nvSpPr>
        <p:spPr bwMode="auto">
          <a:xfrm rot="0" flipH="0" flipV="0">
            <a:off x="10843365" y="1263129"/>
            <a:ext cx="91624" cy="95407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created xsi:type="dcterms:W3CDTF">2012-12-03T06:56:55Z</dcterms:created>
  <dcterms:modified xsi:type="dcterms:W3CDTF">2026-03-20T20:05:00Z</dcterms:modified>
</cp:coreProperties>
</file>